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35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Would Like — Offers and Polite Requests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Would you like...? (offer/invitation); Id like (polite want); Would like vs Do you like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Would you like...? to offer things politely.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Would you like to...? to invite someone.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Id like to express polite wants.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Would you like (offer) from Do you like (general preference).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Produce polite conversations using would like in shops, restaurants, and invitations.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☕ Waiter!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is a waiter: Would you like tea or coffee? Students order politely.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practise in pairs: Would you like some cake? Id like a sandwich, please.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Fastest pair to order 3 things wins.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polite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good manners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offer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present for acceptance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invite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ask someone to come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accept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say yes to an offer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refuse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say no politely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menu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list of food choices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dessert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sweet course after dinner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first course of a meal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bill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paper showing what to pay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extra money for service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WOULD YOU LIKE...? = offering something (Do you want?). ID LIKE... = I want (polite). Do NOT confuse with DO YOU LIKE (= general preference/taste).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Would you like + noun?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Offering something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Would you like some coffee?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Would you like to + verb?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Inviting someone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Would you like to go for a walk?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Id like + noun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Polite want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Id like a sandwich please.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Id like to + verb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Polite wish to do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Id like to see the menu.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like + noun/-ing?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General taste (not offer!)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like coffee? (in general)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Would you like some tea? = Do you want tea NOW (offering). Do you like tea? = Do you think tea is nice IN GENERAL. These are completely different questions!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Would you like a chocolate? — Yes, please. (offer)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Would you like to come to dinner? — Id love to! (invitation)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Id like a coffee, please. (ordering)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Do you like coffee? — Yes, I drink it every day. (general)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Would you like or Do you like.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some coffee? (offering now)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Would you like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coffee? (general taste)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 like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to go to the cinema tonight?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 swimming? (hobby)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polite sentences with Id like.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want a coffee.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Id like a coffee, please.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want to see the menu.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want some information.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want to make a reservation.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want a receipt.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Would you like coffee? (asking general taste)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like a sandwich please. (ordering now)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Would you like to going out?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Do you like some tea? (offering)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Id like go to the cinema.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Restaurant Role-Play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A is the waiter. Student B is the customer.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Waiter: Would you like to see the menu? / Would you like a drink first?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Customer: Id like... / Could I have...?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Swap roles. Order a full meal (starter, main, dessert, drink).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Anna went to a new restaurant last night. The waiter was very polite. He asked: "Would you like to see the menu?" Anna said: "Id like a glass of water first, please." Then she ordered soup as a starter and fish for the main course. The waiter asked: "Would you like a dessert?" Anna said: "Id love some cake!" The food was delicious.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a short restaurant conversation using would like (5-6 exchanges).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Waiter offers a drink: Would you like...?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Customer orders: Id like...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Waiter offers food: Would you like to see...?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8 sentences: 4 using Would you like (offers/invitations) and 4 using Id like (polite wants). Set them in different places: restaurant, shop, office, home.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35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Would Like — Offers and Polite Requests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