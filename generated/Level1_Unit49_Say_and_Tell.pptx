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49  ·  A2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Say and Tell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say + (that) clause; tell + person + (that) clause; say/tell in reported speech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A2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say without a person object (She said she was happy).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tell with a person object (She told me she was happy).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Distinguish say (no person) from tell (+ person).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common phrases: say hello/goodbye, tell the truth/a lie/a story.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Produce sentences correctly choosing say or tell.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📢 Say or Tell?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reads sentences. Students shout SAY or TELL.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She ___ me the truth. (TELL) / He ___ he was tired. (SAY)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Practice 8 examples. Keep score.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truth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what is true; facts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lie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something untrue said deliberately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narrative; a tale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joke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something said to make people laugh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secret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something not told to others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message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information sent to someone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news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new information about events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rumour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information that may not be true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promise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commitment to do something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excuse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reason given (maybe false)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SAY + (that) + clause (no person before that). TELL + person + (that) + clause. Say = words spoken. Tell = directing words to a specific person.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Verb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say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say (that) + clause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He said (that) he was tired.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say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say something to someone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said goodbye to me.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tell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tell + person + (that) + clause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told me (that) she was happy.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tell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tell + person + to + verb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 told me to wait.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say (NOT tell)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Fixed: say hello/goodbye/sorry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Say hello to your mother.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tell (NOT say)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Fixed: tell the truth/a lie/a story/a joke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Tell me the truth!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TELL always needs a person: "She told ME" (NOT "She told that..."). SAY does NOT take a person directly: "She said she was happy" (NOT "She said me she was happy"). Exception: "say something TO someone".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He said he was hungry. (NOT He said me...)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She told me she was leaving. (NOT She told that...)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Say hello to your friends. (fixed phrase)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He told me a joke. (tell + person + noun)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Complete with say or tell. Items 1-2 done.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___ she was happy.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said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___ me she was happy.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told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He ___ goodbye and left.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Can you ___ me the time?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Choose say, said, tell, or told.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___ me about her new job.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 ___ he was a doctor.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Please dont ___ anyone my secret.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 teacher ___ us to be quiet.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What did she ___?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said me she was happy.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 told that he was tired.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They said me to wait.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Can you say me the time?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told sorry.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🗣️ Telephone Message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Student A calls Student B but Student C answers.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C takes a message: She said she would be late. She told me to tell you.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B asks: What did she say? What did she tell you?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Practice 3 phone messages.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Yesterday my friend called me. She said she had some exciting news. She told me she got a new job! I said congratulations. She told me all about it. She said the salary was good and the people were friendly. I told her I was very happy for her. She said goodbye and said she would call again soon.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6 sentences using say and tell correctly.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Report something someone said to you (told me).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Report something someone said (said that).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Use: tell the truth / tell a lie.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10 sentences: 5 with SAY and 5 with TELL. Include: told me, said that, say hello, tell the truth, told me to. Each sentence should be different.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49  ·  A2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Say and Tell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Questions are the engines of learning. Ask more!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