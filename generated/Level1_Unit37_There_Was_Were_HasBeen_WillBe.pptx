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37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There Was/Were — There Has Been — There Will Be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there was/were (past); there has/have been (present perfect); there will be (future)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there was/were for past existence.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 and negatives: Was there? / There werent.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there has/have been for present perfect existence.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there will be for future existence.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the correct tense based on time reference.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🕰️ Then and Now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shows two pictures: a street 50 years ago and now.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compare: There was a farm. Now there is a shopping centre.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Write 3 differences using there was/there is.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earthquake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violent shaking of the ground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flood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large amount of water covering land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storm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violent weather with wind/rain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fire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burning that causes damage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explosion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sudden violent burst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incident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event, usually bad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protest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expression of disapproval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celebration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happy event or party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festival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organised series of events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election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voting to choose leaders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THERE WAS/WERE for past, THERE HAS/HAVE BEEN for present perfect (result now), THERE WILL BE for future.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was/were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wasnt/werent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Was/Were there?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has/have been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hasnt/havent been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Has/Have there been?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will be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wont be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Will there be?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There has been = past event with result NOW. There was = finished past time. "There has been an accident" (the road is still blocked). "There was an accident yesterday" (finished time).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was a good film on TV last night. (past)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have been many accidents on this road. (result now)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will be a new manager soon. (future)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Was there much traffic this morning? (past question)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was/were/has been/have been/will be.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___ a good film on TV last 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was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___ many accidents here. (result now)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have been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___ a lot of people at the party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Look! There ___ an accident. (just happened)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the correct form based on time.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Time signal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last night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___ a storm last 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recently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___ many changes recently.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next week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___ a meeting next week.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yesterday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there any letters yesterday?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this year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___ three new shops this year.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has been an accident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was an increase recently. (result now)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will been a party next week.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have being many problems.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Was there been any rain last week?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My Town: Past, Present, Future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Tell your partner 3 things about your town in the PAST (There was/were...).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3 things NOW (There is/are...).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3 predictions for the FUTURE (There will be...).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Present the most interesting fact to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Our town has changed a lot. Fifty years ago, there were only small shops and there was one school. There wasnt a hospital. Recently, there has been a lot of development. There has been a new hospital built. There have been many new restaurants. Next year, there will be a new sports centre. There will also be a new bus station.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about changes in your area using different tenses.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was there in the past (There was/were...).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new that has appeared (There has been...).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will be there in the future (There will be...).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short paragraph about how your neighbourhood has changed. Use: There was/were (x3), There has/have been (x3), There will be (x2). Minimum 8 sentences.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37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There Was/Were — There Has Been — There Will Be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