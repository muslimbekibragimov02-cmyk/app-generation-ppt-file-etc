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47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How Long Does It Take?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It takes + time + to do; How long does/did/will it take?; by car/train/bus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Ask How long does it take to...? for duration of activities.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Answer with It takes + time + to + infinitive.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past (It took) and future (It will take) forms.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Add transport method: by car/train/bus/plane.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sentences about journey times and task durations.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⏱️ How Long?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asks: How long does it take to get to school?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answer: It takes me 20 minutes by bus.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Ask 3 more: cook dinner? read a book? learn English?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journey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travelling from one place to another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commute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regular journey to work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flight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travelling by plane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way from one place to another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traffic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vehicles on the road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delay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time spent waiting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connection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link between transport services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transfer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changing from one to another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departure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leaving a place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how long something lasts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IT TAKES + (person) + time + TO + infinitive. Questions: How long does/did/will it take (you) to...?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Tense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long does it take to get there?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takes 20 minutes.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How long did it take to finish?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took me three days.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long will it take to learn?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will take a long time.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+ person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How long does it take you?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takes me an hour by bus.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+ transport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long by plane?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takes 3 hours by plane.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Use IT as subject (not the person). "It takes ME 20 minutes" (NOT "I take 20 minutes"). The verb after TO is always the base form (infinitive).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How long does it take to fly to London? — About 5 hours.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It took me three days to read the book.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It will take a long time to learn Chinese.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It takes 10 minutes by car from my house.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the sentences.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London to Madrid by plane: 2 hours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takes two hours by plane.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read the book in 3 days.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took me three days to read it.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My house to station by car: 10 min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finished the project in a week.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questions with How long does/did/will it take.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Get to the airport (present)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long does it take to get to the airport?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Finish the exam (past)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Walk to school (present)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Build the bridge (future)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Learn to swim (general)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take 20 minutes to get to school.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How long it takes to fly there?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takes to read three days.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How long does it take get there?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taked me two hours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Journey Times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your partner: How long does it take you to get to school/work?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about: cooking dinner, getting ready in the morning, travelling to a city.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Compare your answers. Who takes longer?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Report: It takes Ali 30 minutes, but it takes me only 15.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 lives in a village outside the city. It takes him 45 minutes to get to work by bus. In rush hour, it takes even longer — sometimes an hour. Last week he took the train. It only took 25 minutes! He says: "Next month I will take the train every day. It will take me less time and I wont be late."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sentences using It takes/took/will take.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How long it takes you to get to school.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How long something took you yesterday.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How long something will take in the future.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sentences about different activities and journey times. Use: It takes (x3), It took (x3), It will take (x2). Include different transport methods.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47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How Long Does It Take?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