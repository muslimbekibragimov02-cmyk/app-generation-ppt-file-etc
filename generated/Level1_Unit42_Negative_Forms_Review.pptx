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42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Negative Forms — Full Review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isnt/arent/wasnt/werent/dont/doesnt/didnt/havent/hasnt/wont/cant/mustnt/shouldnt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negatives correctly in all tenses studied.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correct contractions (isnt, dont, hasnt, wont, cant etc.).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Avoid double negatives and incorrect negative placement.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Choose the right auxiliary for each tense in the negative.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correct negative sentences across all tenses.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❌ Negative Chain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says a positive sentence. Student makes it negative.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Next student makes a different tense negative.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Example: I work → I dont work. She is working → She isnt working.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contraction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shortened form of two words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negative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expressing no or not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error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mistake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common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happening often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incorrect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not right; wrong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correct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right; without mistakes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avoid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keep away from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confuse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mix up; to not understand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double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two of something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placement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where something is put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To make a negative: add NOT after the auxiliary verb. If there is no auxiliary, add DO/DOES/DID + NOT + base form. Never change the main verb after dont/doesnt/didnt.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618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Tense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18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Simple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work / She works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dont work / She doesnt work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18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Continuous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is working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isnt working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18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Past Simple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went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didnt go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18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Past Continuous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was reading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wasnt reading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18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Perfect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Ive finished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havent finished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18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Will/Future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will come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wont come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18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Can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can swim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cant swim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618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must go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mustnt go / You dont have to go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DONT/DOESNT/DIDNT + base form (infinitive). Never: "She doesnt likes" or "I didnt went". The auxiliary carries the tense — the main verb stays in base form.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She doesnt work on Sundays. (NOT doesnt works)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didnt go to the party. (NOT didnt went)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They havent arrived yet. (NOT havent arrive)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He cant swim. (NOT cant swims)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Make these sentences negative.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works on Saturdays.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doesnt work on Saturdays.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went to the party.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didnt go to the party.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is sleeping.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have finished my homework.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Correct the negative form if wrong. Write CORRECT if right.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doesnt likes tea.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didnt went to school.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havent arrived yet.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cant to swim.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We dont have any money.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not likes football.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doesnt can come.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didnt saw him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dont have went home.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We not are going out tonight.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Negative Quiz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Student A says a positive sentence in any tense.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Student B makes it negative as fast as possible.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If correct, B gets a point. If wrong, A explains.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Play 10 rounds each. Highest score wins.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Sarah is a vegetarian. She doesnt eat meat or fish. She didnt always eat this way — she changed five years ago. She cant cook very well yet, but she is learning. She hasnt tried many recipes, but she wont give up. She says: "I dont find it difficult. I dont miss meat at all."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negative sentences in different tenses.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Present Simple negative (dont/doesnt).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Past Simple negative (didnt).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Present Continuous negative (isnt/arent).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12 negative sentences: 2 in each of 6 different tenses/forms (present simple, past simple, present continuous, present perfect, will, can). Underline the negative word in each.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42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Negative Forms — Full Review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Grammar is not a rule — it is a tool. Use it!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