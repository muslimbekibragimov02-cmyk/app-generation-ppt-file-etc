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39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Short Answers and Auxiliary Repetition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 am / I dont etc. to avoid repeating full verb phrases; so do I / neither do I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auxiliary verbs to avoid repeating the full verb phrase.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Give short answers correctly: Yes, I do. / No, she hasnt.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so + auxiliary + I for agreement with positives.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neither + auxiliary + I for agreement with negatives.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natural short responses in conversation.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🔁 Me Too! / Me Neither!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says: I like chocolate. Students who agree say: So do I!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says: I dont like spiders. Students say: Neither do I!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Go around the class making statements — respond with so/neither.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agreement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the same opinion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disagreement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different opinions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answer or reaction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yes; to verify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deny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something isnt true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admit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something is true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disagree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have a different opinion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reply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answer; to respond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repeat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again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mention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speak about briefly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the AUXILIARY alone to avoid repeating the full phrase. For agreement: SO + auxiliary + subject (positive) / NEITHER + auxiliary + subject (negative).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(yes)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Yes, + subject + auxiliary.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tired? — Yes, I am.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(no)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No, + subject + auxiliary + not.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he go? — No, he didnt.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Avoiding repetition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subject + auxiliary (no main verb)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hasnt got a car but I have.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Agreement (+)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So + auxiliary + subject.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like tea. — So do I.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Agreement (-)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Neither + auxiliary + subject.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cant swim. — Neither can I.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Match the auxiliary to the tense! "I like coffee." → "So do I." (present simple = do). "Im tired." → "So am I." (be = am). "Ive been there." → "So have I." (perfect = have).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isnt tired but he is. (= he is tired)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have a car but my brother hasnt. (= hasnt got a car)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like football. — So do I! (= I like it too)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dont eat meat. — Neither do I. (= I dont eat it either)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the correct auxiliary.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Statement + Response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like chocolate. — So ___ I.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not hungry. — Neither ___ I.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can swim. — So ___ he.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havent been to Japan. — Neither ___ I.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Respond with So.../Neither... + correct auxiliary.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Statement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Your response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like pizza.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 do I.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cant drive.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Im going out tonight.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havent finished yet.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was late this morning.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like coffee. — So I do.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can swim. — So do she.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smoke. — Neither I do.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tired. — So do I.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hasnt been there. — Neither have not I.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Find Your Twin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Walk around class. Say things about yourself: I like... / I dont... / I can...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If someone agrees (So do I! / Neither can I!), write their name.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Find the person most similar to you (your twin).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Report: Maria and I both like pizza. Neither of us can cook!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Tom: I love football. Do you? Anna: So do I! I watch it every weekend. Tom: I dont like tennis though. Anna: Neither do I. Its boring. Tom: Ive been to a live match. Anna: So have I! It was amazing. Tom: I cant play very well though. Anna: Neither can I. But its fun to watch!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responses using so/neither + auxiliary.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Your friend says: I love travelling. You agree: ___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Your friend says: I havent seen that film. You agree: ___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Your friend says: I can speak two languages. You agree: ___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short exchanges: 5 with So + auxiliary (agreement to positive) and 5 with Neither + auxiliary (agreement to negative). Use different tenses in each.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39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Short Answers and Auxiliary Repetition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