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25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Used To — Past Habits and States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 used to + base form (past habit/state no longer true); didnt use to; Did you use to?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used to + base form to describe past habits that are no longer true.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used to for past states that have changed.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negatives: didnt use to (not "didnt used to").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questions: Did you use to...? (not "Did you used to").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Compare used to with Present Simple for current habits.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👶 When I Was Young...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Think of 3 things you did as a child but dont do now.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I used to play with dolls. I used to watch cartoons.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Partner reports to the class: She used to play with dolls.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habit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you do regularly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routine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regular way of doing things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childhood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time of being a child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lifestyle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way a person lives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way someone acts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cartoon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animated TV show or film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doll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toy shaped like a person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bicycle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two-wheeled vehicle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countryside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land outside cities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neighbour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person living next door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USED TO + base form = something was true in the past but is NOT true now. It describes past habits or past states that have changed.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+ used to + base form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used to play football every 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subject + didnt use to + base form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didnt use to like coffee.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+ subject + use to + base form?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use to live in the city?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Yes, I did. / No, I didnt.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she use to smoke? No, she didnt.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Used to is ONLY for the past. You CANNOT say "I use to play" for the present. Say "I usually play" instead. In negatives and questions: "use to" (NOT "used to"): didnt use to / Did you use to.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used to smoke but I stopped. (past habit, not now)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used to have long hair. (past state, different now)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Did you use to live in London? (question about past)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didnt use to like vegetables. (negative past habit)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sentences with used to.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 with used to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played tennis before. Not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used to play tennis.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didnt like cheese before. Now he does.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didnt use to like cheese.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lived in the country. Now they live in the city.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watched cartoons as a child. Not anymore.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used to or the present simple.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(play) tennis. I stopped years ago.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do any sport? Yes, I ___ (play) basketball.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got a car? No, I ___ (have) one but I sold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George ___ (be) a waiter. Now hes a manager.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usually ___ (get) up early. (now, every day)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use to play tennis.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didnt used to like coffee.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used to live 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used to plays football.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 used to smoke. (meaning: I smoked before)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Then and Now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Think about your life 5-10 years ago vs now.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Tell your partner 4 things that changed: I used to... but now I...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your partner: Did you use to...?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the most interesting change to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Karen is very busy now. She works long hours and rarely goes out. But a few years ago, things were different. She used to go swimming every day. She used to play the guitar in the evenings. She used to travel two or three times a year. She didnt use to work at weekends.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sentences about things that used to be different.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used to do as a child.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didnt use to like but like now.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question: Did your parents use to...?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short paragraph (8 sentences) comparing your life now with 5 years ago. Use used to at least 5 times.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25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Used To — Past Habits and States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