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Present Continuous — Questions &amp; Short Answers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Am/Is/Are + subject + verb-ing? | Short answers | Wh- questions with -ing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Yes/No questions in the Present Continuous: Is/Are + subject + verb-ing?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Wh- questions: What / Where / Why / Who + is/are + subject + verb-ing?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Give correct short answers: Yes, he is. / No, they aren't.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Apply correct word order in Present Continuous questions.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Ask and answer questions about ongoing actions in natural conversation.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🔍 What Am I Doing?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mimes a secret action silently (e.g., cooking, reading, running).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ask Yes/No questions: 'Are you cooking?' / 'Are you reading?'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answers only with 'Yes, I am.' or 'No, I'm not.' until someone guesses.</a:t>
            </a:r>
          </a:p>
        </p:txBody>
      </p:sp>
      <p:sp>
        <p:nvSpPr>
          <p:cNvPr id="112" name="box112"/>
          <p:cNvSpPr>
            <a:spLocks noGrp="1"/>
          </p:cNvSpPr>
          <p:nvPr/>
        </p:nvSpPr>
        <p:spPr>
          <a:xfrm>
            <a:off x="180000" y="2322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tb113"/>
          <p:cNvSpPr txBox="1">
            <a:spLocks noGrp="1"/>
          </p:cNvSpPr>
          <p:nvPr/>
        </p:nvSpPr>
        <p:spPr>
          <a:xfrm>
            <a:off x="503999" y="2322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The student who guesses correctly takes the next turn.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repair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fix something broken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paint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cover a surface with paint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cry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shed tears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wait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stay until something happens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arrive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reach a destination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leave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go away from a place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talk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speak to someone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meet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come together with someone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smile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turn the corners of the mouth up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point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aim a finger towards something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For questions: put Am / Is / Are BEFORE the subject. For Wh- questions, put the question word first.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Yes/No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Is/Are + subject + verb-ing?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Paul working today?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Short answer 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Yes, + subject + is/are.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Yes, he is.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Short answer ✗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No, + subject + isn't/aren't.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No, they aren't.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+ is/are + subject + doing?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are the children doing?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+ is/are + subject + going?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are your friends going?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Why + is/are + subject + verb-ing?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Why are you wearing a coat?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9525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+ is/are + subject + verb-ing?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Who are you waiting for?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graphicFrame>
        <p:nvGraphicFramePr>
          <p:cNvPr id="254" name="tbl254"/>
          <p:cNvGraphicFramePr>
            <a:graphicFrameLocks noGrp="1"/>
          </p:cNvGraphicFramePr>
          <p:nvPr/>
        </p:nvGraphicFramePr>
        <p:xfrm>
          <a:off x="180000" y="540000"/>
          <a:ext cx="11832000" cy="10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0"/>
                <a:gridCol w="5916000"/>
              </a:tblGrid>
              <a:tr h="198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Correct Word Order ✅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Incorrect Word Order ❌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Is Paul working today?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Is working Paul today?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Where are those people going?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Where are going those people?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What are the children doing?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What are doing the children?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5" name="box255"/>
          <p:cNvSpPr>
            <a:spLocks noGrp="1"/>
          </p:cNvSpPr>
          <p:nvPr/>
        </p:nvSpPr>
        <p:spPr>
          <a:xfrm>
            <a:off x="180000" y="1656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The verb ALWAYS comes directly after the question word. The subject comes AFTER the verb: Wh-word + am/is/are + subject + -ing</a:t>
            </a:r>
          </a:p>
        </p:txBody>
      </p:sp>
      <p:sp>
        <p:nvSpPr>
          <p:cNvPr id="256" name="box256"/>
          <p:cNvSpPr>
            <a:spLocks noGrp="1"/>
          </p:cNvSpPr>
          <p:nvPr/>
        </p:nvSpPr>
        <p:spPr>
          <a:xfrm>
            <a:off x="180000" y="2285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25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Are you going now?  —  Yes, I am.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27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Is it raining?  —  No, it isn't.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9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What's Paul doing?  —  He's reading the newspaper.</a:t>
            </a:r>
          </a:p>
        </p:txBody>
      </p:sp>
      <p:sp>
        <p:nvSpPr>
          <p:cNvPr id="260" name="tb260"/>
          <p:cNvSpPr txBox="1">
            <a:spLocks noGrp="1"/>
          </p:cNvSpPr>
          <p:nvPr/>
        </p:nvSpPr>
        <p:spPr>
          <a:xfrm>
            <a:off x="180000" y="3203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Where's Sally going?  —  She's going to the shops.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 question correctly. Items 1–2 are completed for you.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Words given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 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working / Paul / today?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Paul working today?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/ doing / the children?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are the children doing?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/ listening / to me?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where / going / your friends?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a short answer for each question.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Short 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you watching TV?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No, 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Are you wearing a watch?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you eating something?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Is it raining?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you sitting on the floor?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working Paul today?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Where are going your friends?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the children are doing?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Are you feel OK?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Why is she crying? — No, she is.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🎲 What's Happening in the Picture?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Work in pairs. Each pair receives a scene picture (given by teacher).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Take turns asking questions: 'What is the man doing?', 'Where are the children going?'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Your partner answers using Present Continuous: 'He's repairing his bicycle.'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Each student must ask at least 4 questions and answer 4 questions.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It is 3 pm on a Monday. Sara is at the park with her brother. She is talking on her phone. Her brother is riding his bicycle. Two children are playing near the fountain. A man is walking his dog. Nobody is sitting on the benches — it is cold today.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questions and answers about actions happening right now. Use Present Continuous.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 Yes/No question and answer: Are you ___? Yes/No, ___.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 What question: What is ___ doing? He/She is ___.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 Where question: Where are ___ going? They are ___.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questions in the Present Continuous about someone in your family. Include at least 2 Yes/No questions and 2 Wh- questions. Then write the answers. Underline every verb-ing form.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 Write the matching word next to each definition in your workbook.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Present Continuous — Questions &amp; Short Answers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