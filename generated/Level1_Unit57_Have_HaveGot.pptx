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57  ·  A1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Have and Have Got — Possession and Experiences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have/have got (possession); have breakfast/lunch/dinner (actions); have a shower/bath/swim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A1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have got for possession in the present.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have (without got) as an alternative for possession.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have for actions/experiences (have breakfast, have a shower, have fun).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Distinguish have got (possession) from have (actions) — only actions use continuous.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past correctly: had (no got in past).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🎒 What Have You Got?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check their bags: What have you got in your bag?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Tell your partner: Ive got a phone, two books and a pen.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Partner reports: She has got three books but she hasnt got an umbrella.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possession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something you own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belong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be owned by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own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have as yours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things someone owns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headache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pain in your head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toothache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pain in a tooth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stomachache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pain in the stomach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body heat above normal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cold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a common illness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cough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forcing air from throat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HAVE GOT = possession (present only, British). HAVE = possession OR actions/experiences. For actions: have breakfast/lunch/a shower/a good time — these CAN use continuous (Im having breakfast). For possession: NEVER use continuous.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Use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Have got (British)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Have (universal)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Possession (+)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got a car.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have a car.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Possession (-)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havent got a car.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dont have a car.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Possession (?)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you got a car?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have a car?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Actions (meals)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having breakfast.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Actions (wash)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had a shower.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794571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Past (all)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had a car. (no got in past)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HAVE GOT = only for possession in present. For ACTIONS (have breakfast, have a shower, have fun) = never use got. In the PAST: always "had" (never "had got"). "Im having lunch" (= eating now) is fine. "Im having a car" (possession) is WRONG.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Ive got two brothers. / I have two brothers. (possession)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have breakfast at 7 every day. (action — routine)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She is having a bath right now. (action — happening now)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We had a great time at the party. (experience — past)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have, has, have got, or has got.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___ a headache. (possession)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 got / have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breakfast at 8. (action)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 you ___ any brothers? (possession)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Im ___ a shower right now. (action)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Choose: have/has got (possession) or have/has (action/experience).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Ive ___ a cold. I feel terrible.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Were ___ a party on Saturday.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having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Do you ___ any children?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have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___ a shower every morning.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havent ___ any money.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got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having a new car. (possession)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have got breakfast every day. (action)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had got a headache yesterday.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Have you got lunch yet? (asking about action)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They are having two children. (possession)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Have You Got...? / Do You Have...?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your partner 5 possession questions: Have you got a pet? Do you have a car?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Ask 3 action questions: What do you have for breakfast? Did you have a good weekend?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Note the answers.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Report: She has got a dog. She has cereal for breakfast.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My day starts at 7. I have a quick shower and get dressed. I have breakfast — usually toast and coffee. I havent got much time in the morning. At work I have a meeting at 9 and have lunch at 12.30. Yesterday I had a long chat with my boss. She has got a new project for me. Im having a busy week! But I always have a good time at work because I love my job.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6 sentences: 3 with have/have got (possession) and 3 with have (action/experience).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 got (possession).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Something you havent got.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 question: Have you got...?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503999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503999"/>
            <a:ext cx="12192000" cy="792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216000" y="28800"/>
            <a:ext cx="11760000" cy="46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6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6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10 sentences: 5 about possession (have/have got) and 5 about actions/experiences (have breakfast, have a shower, have fun etc.). Label each P (possession) or A (action).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57  ·  A1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Have and Have Got — Possession and Experiences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