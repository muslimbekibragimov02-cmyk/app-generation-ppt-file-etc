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41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Too, Either, So and Neither</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too (positive end); either (negative end); So am I / Neither do I (agreement)</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too at the end of positive sentences to mean also.</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either at the end of negative sentences (NOT too).</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So + auxiliary + subject for positive agreement.</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Neither + auxiliary + subject for negative agreement.</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Choose the correct auxiliary to match the original tense.</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Me Too / Me Neither</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says positive facts: I like pizza. Students: Me too! / So do I!</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says negative: I dont like spiders. Students: Me neither! / Neither do I!</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Pairs find 3 things they have in common using too/either/so/neither.</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too</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also (end of positive sentence)</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either</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also not (end of negative)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also</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in addition; as well</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as well</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too; in addition</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both</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det</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two together</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similar</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nearly the same</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common</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shared by two or more</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agree</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have the same opinion</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disagree</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have a different opinion</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share</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have in common</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TOO = also (positive end). EITHER = also not (negative end). SO + auxiliary + I = positive agreement. NEITHER + auxiliary + I = negative agreement.</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794571">
                <a:tc>
                  <a:txBody>
                    <a:bodyPr/>
                    <a:lstStyle/>
                    <a:p>
                      <a:pPr algn="l"/>
                      <a:r>
                        <a:rPr lang="en-GB" b="1" sz="1400" dirty="0">
                          <a:solidFill>
                            <a:srgbClr val="FFFFFF"/>
                          </a:solidFill>
                          <a:latin typeface="Calibri"/>
                        </a:rPr>
                        <a:t>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Position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too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end of positive sentence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like coffee. — I like coffee too.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either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end of negative sentence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dont like tea. — I dont like tea either.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So + aux + subject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response to positive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like coffee. — So do I.</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Neither + aux + subject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response to negative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cant swim. — Neither can 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Me too (informal)</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response to positive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tired. — Me too!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Me neither (informal)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response to negative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havent been there. — Me neither.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NEVER say "I cant too" or "I dont like it too" — use EITHER for negatives. Match the auxiliary: present simple = do/does, be = am/is/are, perfect = have/has, modal = can/will/might.</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like pizza. — I like pizza too. / So do I.</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cant drive. — I cant either. / Neither can I.</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was late. — He was too. / So was he.</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They havent finished. — We havent either. / Neither have we.</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too, either, so, or neither. Items 1-2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Dialogue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happy. — Im happy 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cant cook. — I cant 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either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like tennis. — ___ do I.</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wasnt at the party. — ___ was 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Respond using So.../Neither... with the correct auxiliary.</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Statement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Response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love music.</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So ___ I.</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cant swim.</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Neither ___ 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going out tonight.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So ___ I.</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havent been to Japan.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Neither ___ 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was tired yesterday.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So ___ he.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cant swim too.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like coffee. — So I do.</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doesnt smoke. — Neither doesnt he.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Im tired. — So do I.</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hasnt been there. — Neither have not I.</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Find Your Match</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Write 5 things about yourself (3 positive, 2 negative).</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Walk around. Read your statements. Others respond: So do I! / Neither can I!</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Find the person most similar to you.</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Ali and I both like football. Neither of us can cook!</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Tom likes football and so does his brother. They both play every weekend. Tom cant cook and his brother cant either. Their sister is different. She doesnt like football but she can cook very well. Tom has been to Spain and so has his brother. Their sister hasnt been abroad. Neither has their mother.</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agreement sentences using too/either/so/neither.</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 positive statement + too.</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 negative statement + either.</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Agreement with So + auxiliary + I.</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Ask 5 people about their likes/dislikes. Write 10 responses using: too (x2), either (x2), So + aux (x3), Neither + aux (x3).</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41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Too, Either, So and Neither</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Questions are the engines of learning. Ask more!</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