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21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Passive Voice — Present and Past Simple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is/are + past participle; was/were + past participle; by + agent; was/were born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present simple passive: is/are + past participle.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past simple passive: was/were + past participle.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by to identify the agent (doer of the action).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was/were born correctly for date/place of birth.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active or passive based on focus of the sentence.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🏭 Made Where?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shows objects: This phone was made in China. This bag was made in Italy.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look at items they have. Where were they made?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Report: My shoes were made in Turkey. This pen was made in Japan.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invented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invent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discovered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discover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designed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design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produced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produce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grown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grow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injured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injure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stolen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steal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damaged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damage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allowed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allow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imported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import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Passive = be + past participle. Use passive when the action is more important than who did it, or when we dont know who did it.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Tense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Passive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Simple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Somebody cleans the office every 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office is cleaned every 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Simple (neg)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dont allow parking here.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Parking isnt allowed here.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 Simple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Bell invented the telephone in 1876.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telephone was invented in 1876.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 Simple (neg)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Nobody invited us to the party.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We werent invited to the party.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Born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(always passive)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was born in London.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Was/were BORN is ALWAYS passive. Say: "I was born in 1995." NOT "I am born" or "I born".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 office is cleaned every day. (present passive)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This house was built 100 years ago. (past passive)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We were woken up by a loud noise. (agent with by)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Where were you born? I was born in Samarkand.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Rewrite in the passive. Items 1-2 are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Active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Passive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Somebody cleans the office every 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office is cleaned every 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built this house in 1960.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This house was built in 1960.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Somebody stole my bicycle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make butter from milk.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is/are/was/were + past participle.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office ___ (clean) every 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These rooms ___ (not/use) very often.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house ___ (paint) last month.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Three people ___ (injure) in the accident.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My bicycle ___ (steal) a few days ago.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This house was build in 1980.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Coffee is grow in Brazil.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am born in Tashkent.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telephone invented by Bell.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rooms is cleaned every 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Quiz: When Was It...?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Take turns asking passive questions about famous things.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Examples: When was the Eiffel Tower built? Where was pizza invented?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Your partner guesses the answer.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Make 4 questions each. The person with more correct answers wins.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Uzbekistan is a country in Central Asia. Cotton is grown in many parts of the country and is exported abroad. The capital, Tashkent, was rebuilt after a big earthquake in 1966. Many beautiful monuments were built in Samarkand centuries ago. Uzbek and Russian are spoken by most people.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passive sentences about your country, city, or school.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is made/grown in your country.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was built a long time ago.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is spoken in your country.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passive sentences: 4 present simple passive and 4 past simple passive. Underline every past participle.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21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Passive Voice — Present and Past Simple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