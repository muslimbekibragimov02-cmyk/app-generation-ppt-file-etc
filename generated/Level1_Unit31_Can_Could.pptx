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31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Can and Could — Ability and Requests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can/cant for ability; could/couldnt for past ability; Can you/Could you for requests; Can I/Could I for permission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can/cant to express present ability.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could/couldnt to express past ability.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Can you/Could you for polite requests.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Can I/Could I to ask for permission.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Distinguish ability (can/could) from requests/permission.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💪 I Can, I Cant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Write 3 things you CAN do well and 2 things you CANT do.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Tell your partner: I can play chess. I cant cook.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Find something your partner can do that you cant!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ability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power to do something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skill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ability gained through practice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talent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natural ability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permission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being allowed to do something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request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an act of asking politely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polite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having good manners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impossible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not able to happen or be done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able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having the power to do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unable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not able to do something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fluent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speaking a language well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CAN = present ability or asking/giving permission. COULD = past ability OR polite requests (more formal than can). CANT/COULDNT = negative.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Form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Present ability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can / cant + base form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can swim. She cant cook.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Past ability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could / couldnt + base form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could run fast when I was young.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Request (informal)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Can you + base form?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Can you help me?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Request (polite)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Could you + base form?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Could you open the door please?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Permission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Can I / Could I + base form?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Can I borrow your pen?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CAN never changes: he can (NOT "he cans"). No "to" after can/could: I can swim (NOT "I can to swim"). For future ability use "will be able to": I will be able to come tomorrow.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 can play piano but I cant play guitar. (ability)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When I was 5, I could ride a bike. (past ability)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Could you speak more slowly please? (polite request)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Can I sit here? — Yes, of course. (permission)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Complete with can/cant/could/couldnt. Items 1-2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___ swim. I learned last year.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can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When I was young, I ___ run fast.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could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___ speak Italian but not Spanish.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was tired but I ___ sleep. (negative)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a sentence using can/could for each situation.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Situation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You want someone to close the door (polite).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You want to borrow someones phone.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Your friend plays piano well. (ability)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As a child you couldnt ride a bike. (past negative)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Ask someone to repeat something (polite).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cans play the piano.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can to swim very well.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Could you to help me please?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could swam when he was 5.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cant came to the party tomorrow.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Ability Survey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Ask 4 classmates: Can you...? (whistle / juggle / cook / draw / play chess)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Yes or No for each person.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Then ask about the past: Could you do this when you were 10?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Report: Two people can whistle. Nobody could juggle as a child.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When Tom was a child, he could run very fast and he could climb trees easily. But he couldnt swim and he couldnt ride a bicycle. Now Tom is 30. He can swim very well and he can drive a car. But he cant run as fast as before. He says: "Could you help me get fit again?" to his friend.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6 sentences using can/cant/could/couldnt.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you can do well now.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you cant do.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you could do as a child.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8 sentences: 4 about present abilities (can/cant) and 4 about past abilities (could/couldnt). Include at least one polite request and one permission question.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31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Can and Could — Ability and Requests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The more you practise, the more natural it feels.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