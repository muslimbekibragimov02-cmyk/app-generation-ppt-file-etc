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  ·  A1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Present Continuous — Affirmative &amp; Negative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am/is/are + verb-ing; spelling rules; actions happening now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A1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affirmative Present Continuous sentences: subject + am/is/are + verb-ing.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negative Present Continuous sentences using isn't / aren't.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Apply correct -ing spelling rules (doubling, silent-e drop, -ie → -y).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Present Continuous to describe actions happening at the moment of speaking.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Present Continuous from Present Simple in context.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🎭 Mime the Action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mimes an action (e.g., swimming, reading, cooking).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call out: 'You're swimming!' or 'You're not eating!'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A student then takes a turn miming — classmates make sentences.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rain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water falling from clouds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shine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give out bright light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move quickly on foot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look at and understand text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walk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move at a normal pace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write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put words on paper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eat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put food in the mouth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ring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make a bell sound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listen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pay attention to sound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sleep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rest with eyes closed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Present Continuous = am / is / are + verb-ing. Use it for actions happening RIGHT NOW.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Affirmative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am working.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I'm not working.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He / She / It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is eating.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isn't eating.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3905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/ We / They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are playing.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aren't playing.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graphicFrame>
        <p:nvGraphicFramePr>
          <p:cNvPr id="254" name="tbl254"/>
          <p:cNvGraphicFramePr>
            <a:graphicFrameLocks noGrp="1"/>
          </p:cNvGraphicFramePr>
          <p:nvPr/>
        </p:nvGraphicFramePr>
        <p:xfrm>
          <a:off x="180000" y="540000"/>
          <a:ext cx="11832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2016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Base verb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FFFFFF"/>
                          </a:solidFill>
                          <a:latin typeface="Calibri"/>
                        </a:rPr>
                        <a:t>-ing 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Most verbs: add -ing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work / read / eat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working / reading / eating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End in -e: drop -e, add -ing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write / have / make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writing / having / making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Short vowel + consonant: double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run / sit / swim / get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F3864"/>
                          </a:solidFill>
                          <a:latin typeface="Calibri"/>
                        </a:rPr>
                        <a:t>running / sitting / swimming / getting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/>
                      <a:r>
                        <a:rPr lang="en-GB" b="1" sz="1300" dirty="0">
                          <a:solidFill>
                            <a:srgbClr val="1F3864"/>
                          </a:solidFill>
                          <a:latin typeface="Calibri"/>
                        </a:rPr>
                        <a:t>End in -ie: change to -y + 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die / lie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300" dirty="0">
                          <a:solidFill>
                            <a:srgbClr val="1A1A1A"/>
                          </a:solidFill>
                          <a:latin typeface="Calibri"/>
                        </a:rPr>
                        <a:t>dying / lying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5" name="box255"/>
          <p:cNvSpPr>
            <a:spLocks noGrp="1"/>
          </p:cNvSpPr>
          <p:nvPr/>
        </p:nvSpPr>
        <p:spPr>
          <a:xfrm>
            <a:off x="180000" y="1872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Use Present Continuous for NOW: 'Please be quiet. I'm working.' NOT for habits — use Present Simple for habits.</a:t>
            </a:r>
          </a:p>
        </p:txBody>
      </p:sp>
      <p:sp>
        <p:nvSpPr>
          <p:cNvPr id="256" name="box256"/>
          <p:cNvSpPr>
            <a:spLocks noGrp="1"/>
          </p:cNvSpPr>
          <p:nvPr/>
        </p:nvSpPr>
        <p:spPr>
          <a:xfrm>
            <a:off x="180000" y="2501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27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Action now: The phone is ringing. Don't answer!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29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Temporary action: We're staying at the Grand Hotel this week.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3203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Negatives: She isn't reading — she's watching TV.</a:t>
            </a:r>
          </a:p>
        </p:txBody>
      </p:sp>
      <p:sp>
        <p:nvSpPr>
          <p:cNvPr id="260" name="tb260"/>
          <p:cNvSpPr txBox="1">
            <a:spLocks noGrp="1"/>
          </p:cNvSpPr>
          <p:nvPr/>
        </p:nvSpPr>
        <p:spPr>
          <a:xfrm>
            <a:off x="180000" y="341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With 'look!': Look! It's snowing!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affirmative or negative Present Continuous sentences. Items 1–2 are done for you.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(have dinner) — They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are having dinner.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(not listen) — You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aren't listening.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(swim) — Somebody ___ in the river.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(stay) — We ___ at the Central Hotel.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Write the -ing form of the verb. Then complete the sentence.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Base Verb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-ing 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Complete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write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Chris ___ a letter.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have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We ___ dinner now.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___ in the park.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make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___ a cake.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sit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___ on the floor.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 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is eat her lunch.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They are not played football.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 sun are shining.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am not watching the TV now.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He writeing a letter.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📸 Describe the Scene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Work in pairs. Student A looks at the picture on the board for 10 seconds, then closes their eyes.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 B asks: 'What is the woman doing?', 'Are the children sitting?', etc.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Student A answers from memory using Present Continuous.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Then swap. The student with the most correct sentences wins.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It is Saturday morning. Tom is at home. He isn't sleeping — he's cooking breakfast. His sister Anna is sitting in the garden. She's reading a magazine and listening to music. Their dog is running around the garden. It isn't raining. The sun is shining.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5 sentences about what people are doing RIGHT NOW (in class or at home). Use Present Continuous.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about yourself: I am _______________.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about a classmate (affirmative): ___ is _______________.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Write about two people (affirmative): ___ and ___ are _______________.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Look out of your window for 2 minutes. Write 8 sentences about what you see. Use Present Continuous (affirmative and negative). Underline every -ing verb.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 Write the matching word next to each definition in your workbook.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  ·  A1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Present Continuous — Affirmative &amp; Negative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The more you practise, the more natural it feels.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