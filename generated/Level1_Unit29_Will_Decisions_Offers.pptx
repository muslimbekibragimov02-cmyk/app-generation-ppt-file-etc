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29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Will — Spontaneous Decisions and Offers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Ill do it (deciding at the moment); Shall I...? offers; will vs going to for decisions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will (Ill) for decisions made at the moment of speaking.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Shall I/we...? for offers and suggestions.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will (spontaneous) from going to (pre-planned).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natural responses using Ill for offers in context.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Avoid using present simple for spontaneous future decisions.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⚡ Quick Decisions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describes situations: Your friend is carrying heavy bags. What do you say?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respond with Ill...: Ill help you carry them!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Practice 5 situations. Fastest natural response wins.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spontaneous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done without planning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moment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very short period of time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respond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answer or react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act because of something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what is happening around you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doorbell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bell at the front door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groceries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food and things you buy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receipt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paper proving you paid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favour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kind action for someone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lift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ride in someones car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Use WILL (Ill) when you DECIDE something at the moment of speaking — offers, promises, reactions. Do NOT use will for pre-planned intentions (use going to instead).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Spontaneous decision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Im tired. I think Ill go to bed.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Decided NOW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Offer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That bag looks heavy. Ill carry it.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Offering help NOW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Shall I...? (offer)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Shall I open the window?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Asking if someone wants help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Shall we...? (suggestion)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Shall we go out tonight?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Suggesting to do together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NOT for pre-planned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Im working tomorrow. (NOT Ill work)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Use going to / present continuous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Will = deciding NOW. Going to = decided BEFORE. "The phone is ringing." → "Ill answer it!" (spontaneous). "Im going to call the doctor tomorrow." (planned yesterday).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My bag is heavy. — Ill carry it for you. (offer)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Its cold. — Shall I close the window? (asking)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forgot to call. — Ill phone her now! (decision now)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What shall I wear? — I dont know. (asking for advice)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Respond with Ill + verb. Items 1-2 are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Response with Ill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My bag is very heavy.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Ill carry it for you.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dont want this banana.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Ill eat it. Im hungry.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Did you phone Jenny?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 want a chair?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 will or going to.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decided. I ___ (buy) a new car next month.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Oh! I forgot my wallet. I ___ (go) back for it.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We ___ (have) a party on Saturday. Its all planned.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That box looks heavy. I ___ (help) you.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Look! Dark clouds. It ___ (rain).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phone you tomorrow. (spontaneous decision)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think I go to bed early tonight.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Ill work tomorrow. (pre-planned schedule)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What will you do this weekend? (asking about plans)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phone is ringing. Im going to answer it.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Offer Olympics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Student A describes a problem.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B responds with an offer: Ill... or Shall I...?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Take turns. Give 5 problems each.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Vote: who made the kindest/funniest offer?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 is at home. The doorbell rings. "Ill get it!" he says. Its his neighbour Mrs Green. "My car wont start. Shall I call a mechanic?" Tom asks. "No, thats OK," she says. "Ill call my son. He knows about cars." Tom says, "Ill make you a cup of tea while you wait." "Thank you! Thats very kind," she replies.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responses using Ill or Shall I/we.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Your friend says: Im hungry. You offer: ___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You forgot to email your teacher. You decide: ___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Its very hot in the room. You ask: ___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mini-dialogues. In each, one person describes a problem and the other responds with Ill or Shall I/we. Use different verbs each time.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29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Will — Spontaneous Decisions and Offers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