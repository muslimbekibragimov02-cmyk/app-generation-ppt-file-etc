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13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Past Continuous</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was/were + verb-ing; actions in progress at a specific past time; setting the scene in stories; negative and question forms</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the Past Continuous: was/were + verb-ing.</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the Past Continuous to describe actions in progress at a specific time in the past.</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negatives: wasn't/weren't + verb-ing.</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questions: Was/Were + subject + verb-ing?</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the Past Continuous to set the scene in a story or narrative.</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At 8 PM Last Night...</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Think: What were you doing at 8 PM last night?</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Tell your partner: 'I was watching TV.' / 'I was cooking dinner.'</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Find someone in the class who was doing the SAME thing as you.</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while</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con</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during the time that</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during</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pre</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throughout a period of time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scene</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part of a story or event</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background</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what is behind the main action</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situation</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conditions at a time</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progress</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moving forward; development</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noise</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sound, especially unwanted</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conversation</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talk between people</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direction</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way something moves</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dream</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images during sleep</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The Past Continuous is formed with was/were + verb-ing. It describes an action in progress at a specific time in the past.</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927000">
                <a:tc>
                  <a:txBody>
                    <a:bodyPr/>
                    <a:lstStyle/>
                    <a:p>
                      <a:pPr algn="l"/>
                      <a:r>
                        <a:rPr lang="en-GB" b="1" sz="1400" dirty="0">
                          <a:solidFill>
                            <a:srgbClr val="FFFFFF"/>
                          </a:solidFill>
                          <a:latin typeface="Calibri"/>
                        </a:rPr>
                        <a:t>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 / He / She / It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You / We / They</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Affirmative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was + verb-ing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were + verb-ing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Negative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wasn't + verb-ing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weren't + verb-ing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Question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Was I/he/she/it + verb-ing?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Were you/we/they + verb-ing?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Short answer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Yes, I was.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Yes, they were.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27000">
                <a:tc>
                  <a:txBody>
                    <a:bodyPr/>
                    <a:lstStyle/>
                    <a:p>
                      <a:pPr algn="l"/>
                      <a:r>
                        <a:rPr lang="en-GB" b="1" sz="1400" dirty="0">
                          <a:solidFill>
                            <a:srgbClr val="1F3864"/>
                          </a:solidFill>
                          <a:latin typeface="Calibri"/>
                        </a:rPr>
                        <a:t>Short answer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No, she wasn't.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No, we weren't.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Use Past Continuous for actions IN PROGRESS at a past moment. It sets the scene: 'The sun was shining. Birds were singing.' Do NOT use it for completed actions; use Past Simple for those.</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Action in progress: At 8 PM, I was watching TV.</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Setting the scene: It was raining. People were rushing home.</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Parallel actions: She was cooking while he was cleaning.</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Background: The phone was ringing, but nobody answered.</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the Past Continuous (was/were + -ing). Items 1-2 are done for you.</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At 9 PM, I ___ (watch) a film.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At 9 PM, I WAS WATCHING a film.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___ (play) in the garden.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WERE PLAYING in the garden.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___ (read) a book at that time.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We ___ (not / sleep) at midnight.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Write complete sentences in the Past Continuous.</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Write your 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 study / at 10 PM last night)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 not / sleep / at midnight)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 wait / for the bus)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 cook / dinner / at 7 o'clock)</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(we / not / watch / TV / at that time)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were reading a book.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was playing football.</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was watch TV at 8 PM.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were sleeping at midnight.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Was they waiting for us?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What Was Everyone Doing?</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Think about 8 PM last night. Describe what was happening in your home.</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Use Past Continuous: 'My mother was cooking. My brother was doing homework.'</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your partner: 'What were you doing at 8 PM? Was anyone else at home?'</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to the class: 'At 8 PM, Carlos was watching TV and his sister was studying.'</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It was a cold evening. The wind was blowing and it was raining heavily. Inside the house, the family was having dinner. The children were talking and laughing. The dog was sleeping under the table. Outside, a cat was sitting on the wall, watching the rain. Everything was quiet and peaceful.</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sentences describing what was happening at a specific time in the past.</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At 7 AM this morning, I was ___.</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At lunchtime yesterday, my friend was ___.</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Last Sunday at 3 PM, we were ___.</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a short paragraph (8 sentences) describing a scene from last weekend. Use Past Continuous to set the scene. What was happening? Who was doing what?</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Choose 10 vocabulary words from Section 4. Write a Past Continuous sentence for each one. Example: 'The wind was blowing hard all night.'</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13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Past Continuous</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Questions are the engines of learning. Ask more!</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