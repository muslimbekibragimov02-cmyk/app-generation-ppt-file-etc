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36  ·  A1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There Is / There Are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there is (singular); there are (plural); Is there? Are there?; there isnt/arent; some/any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A1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there is for singular nouns.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there are for plural nouns.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questions: Is there...? / Are there...?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some in positive sentences and any in questions/negatives.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Distinguish there is/it is usage correctly.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🔍 Whats in the Bag?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has a bag. Students guess: Is there a book? Are there any pens?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answers: Yes, there is. / No, there arent.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Students take turns with their own bags.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plenty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pro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large amount; enough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several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det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more than two, not many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couple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two; a pair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dozen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twelve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pro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not any; zero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nearby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adv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close; not far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upstairs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adv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on a higher floor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downstairs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adv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on a lower floor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opposite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pre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on the other side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beside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pre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next to; at the side of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THERE IS + singular/uncountable noun. THERE ARE + plural noun. Use some in (+) and any in (?) and (-). THERE IS ≠ IT IS.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Form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There is (theres)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singular / uncountable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There is a book on the table.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There are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plural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There are three books on the table.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Is there...?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question (singular)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Is there a bank near here?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Are there...?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question (plural)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Are there any shops nearby?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There isnt / There arent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There isnt any milk. There arent any eggs.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THERE IS = something exists. IT IS = describing something specific. "There is a train at 10.30. It is a fast train." There = introduces; It = refers back.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There is a big tree in the garden.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Are there any letters for me today?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There isnt any snow. We cant go skiing.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There are 11 players in a football team.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Complete with there is/are/isnt/arent. Items 1-2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 a big tree in the garden.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There is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 any letters for me?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Are there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 a good film on TV tonight.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 some milk in the fridge.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Write there is/are sentences about a town called Riverdale.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Fact about Riverdale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one hospital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There is one hospital.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two supermarkets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no castle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many parks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a river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There are a book on the table.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There is three people outside.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Is there some milk?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It is a good restaurant near here.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There are any problems.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Describe Your Neighbourhood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Tell your partner about your neighbourhood using There is/are.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Include: shops, parks, schools, restaurants, bus stops.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Ask questions: Is there a...? Are there any...?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Find 3 things your neighbourhoods have in common.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Kenham is a small town. There is a church in the centre. There are two supermarkets and several small shops. There is a park beside the river. There arent any cinemas, but there is a small theatre. There are many cafes and restaurants. There isnt a university, but there is a good secondary school.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6 sentences describing your home or school using there is/are.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singular in your home (There is...).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plural (There are...).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that is NOT there (There isnt/arent...).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Draw a simple map of your neighbourhood. Write 10 sentences describing it using There is/are, There isnt/arent, and Is/Are there.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36  ·  A1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There Is / There Are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Every great speaker was once a student. Keep going!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