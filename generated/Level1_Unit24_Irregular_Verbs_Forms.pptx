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24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Irregular Verbs — Past Simple &amp; Past Participle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Three forms of irregular verbs; same/different past simple and participle; verb groups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Recall past simple and past participle forms of 30 common irregular verbs.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verbs where past simple = past participle (made/made) from those where they differ (broke/broken).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irregular past participles correctly in Present Perfect sentences.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irregular past participles correctly in passive sentences.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Group irregular verbs by pattern to aid memorisation.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🧠 Verb Chain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 a base form. First student says past simple. Next says past participle.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Example: Teacher: break. Student 1: broke. Student 2: broken.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If someone makes a mistake, they sit down. Last standing wins.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begun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begin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chosen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choose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drawn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draw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fallen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fall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grown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grow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hidden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hide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known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know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lain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lie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risen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rise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shaken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shake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Irregular verbs have three forms: base / past simple / past participle. Some are all the same (cut/cut/cut), some have two same (make/made/made), some are all different (break/broke/broken).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000"/>
                <a:gridCol w="2958000"/>
                <a:gridCol w="2958000"/>
                <a:gridCol w="2958000"/>
              </a:tblGrid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Past Simple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Past Participle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All same (AAA)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cut, put, hit, shut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cut, put, hit, shut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cut, put, hit, shut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Two same (ABB)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make, keep, send, teach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made, kept, sent, taught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made, kept, sent, taught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All different (ABC)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break, begin, sing, swim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broke, began, sang, swam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broken, begun, sung, swum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Past participle is used in: Present Perfect (I have BROKEN), Passive (It was BROKEN), and some adjectives (a BROKEN window). Past simple is used ONLY for past tense (I BROKE it yesterday).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made a cake. (past simple) / I have made coffee. (present perfect)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He broke the window. / The window was broken. (passive)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sang a song. / She has sung many songs. (perfect)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put it there yesterday. / I have put it there. (same form)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past simple and past participle. Items 1-2 are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Base 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Past Simple / Past Participle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break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broke / broken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cut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cut / cut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begin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keep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the correct form (past simple or past participle).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___ (make) a cake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has ___ (sing) that song before.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letter was ___ (send) last week.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___ (keep) the secret for years.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you ever ___ (swim) in the ocean?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have broke my phone.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has sang beautifully.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door was shutted.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has putted the book away.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catched the ball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Verb Tennis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Student A says a base form. Student B says past simple + past participle.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If correct, Student B scores a point and gives A a new verb.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If wrong, A scores. Play for 3 minutes.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 student with more points wins.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Yesterday Tom began work early. He made ten phone calls and sent five emails before lunch. He taught a training class in the afternoon. He has kept his job for three years. He has never been fired. His boss has always known him as a hard worker.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using irregular verbs in past simple OR present perfect.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 break/broke/broken in a sentence.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 keep/kept/kept in a sentence.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Use swim/swam/swum in a sentence.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the three forms of 20 irregular verbs. Then write a sentence for each past participle form using Present Perfect or Passive.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24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Irregular Verbs — Past Simple &amp; Past Participle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