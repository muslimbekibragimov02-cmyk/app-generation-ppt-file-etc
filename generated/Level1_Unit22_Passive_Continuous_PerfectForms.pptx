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22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Passive — Continuous and Perfect Forms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is being + past participle (present continuous passive); has been + past participle (present perfect passive)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present continuous passive: is/are being + past participle.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present perfect passive: has/have been + past participle.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continuous passive (in progress now) from perfect passive (completed result).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Choose the correct passive form based on time reference.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sentences using all passive forms studied (simple, continuous, perfect).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🔧 Whats Happening Now?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shows pictures: a road being repaired, a building being painted.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describe: The road is being repaired. The building is being painted.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Then: The road has been repaired. (show finished result picture).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repaired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repair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painted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paint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deliver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decorated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decorate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replaced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replace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cancelled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cancel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postponed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postpone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upgraded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upgrade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renovated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renovate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serviced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past participle of service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Present continuous passive (happening NOW) = is/are being + past participle. Present perfect passive (result NOW) = has/have been + past participle.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continuous passive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is/are being + past participle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road is being repaired.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continuous passive (neg)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isnt/arent being + p.p.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 computer isnt being used.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perfect passive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has/have been + past participle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car has been repaired.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perfect passive (neg)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hasnt/havent been + p.p.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hasnt been fixed yet.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Present perfect passive (Q)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Has/Have + subject + been + p.p.?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Has the letter been sent?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is being done = it is happening RIGHT NOW (in progress). has been done = it is FINISHED (we can see the result). Compare: The bridge is being repaired (workers are doing it now) vs The bridge has been repaired (its finished, you can use it).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The office is being painted at the moment. (now)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My car has been repaired. Its working again. (result)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Has the washing machine been fixed? (question)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cant use my office. It is being cleaned. (in progress)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Choose is being done or has been done. Items 1-2 are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road — workers are there now.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road is being repaired.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 car — it works again!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 car has been repaired.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room — painters are inside now.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 package — it arrived this morning.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the correct passive form.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cant use my office. It ___ (paint) right now.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 washing machine is OK now. It ___ (repair).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___ (not/invite) to the party yet.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Look! A new road ___ (build) over there.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meeting ___ (cancel). We can go home.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road is been repaired.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My car has being fixed.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windows are being clean.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 letter have been sent.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building is being build right now.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Before and After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Teacher gives pairs before/after pictures of a place (e.g., a renovated room).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Describe BEFORE: The walls were being painted. The floor was being fixed.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Describe AFTER: The walls have been painted. The floor has been fixed.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Each pair presents 4 sentences to the class.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Our school is changing! The library is being renovated right now. New computers have been installed in every classroom. The old playground has been replaced with a modern sports area. The canteen is being redecorated this week. The car park hasnt been finished yet, but it will be ready next month.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5 sentences about changes in your city or school using passive forms.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is being built/repaired now.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has been completed recently.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that hasnt been done yet.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8 passive sentences: 4 present continuous passive (is being done) and 4 present perfect passive (has been done). Describe changes in your neighbourhood.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22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Passive — Continuous and Perfect Forms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Grammar is not a rule — it is a tool. Use it!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