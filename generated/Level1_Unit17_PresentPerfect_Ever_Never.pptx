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17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Perfect — ever and never</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Have you ever...? I have never...; gone vs been; life experience questions</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ever in Present Perfect questions to ask about life experience.</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never in Present Perfect sentences to express lack of experience.</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between gone (not here now) and been (went and came back).</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questions with Have you ever + past participle correctly.</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Respond to experience questions with appropriate short answers.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Have You Ever...?</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reads: Have you ever eaten sushi? Students raise hands if yes.</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Ask 3 more: ridden a horse? visited Paris? slept in a tent?</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make their own Have you ever question for a partner.</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ever</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at any time in your life</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never</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at any time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once</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one time</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twice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two times</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abroad</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in a foreign country</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experience</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something that happens to you</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ridden</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ride</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flown</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fly</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eaten</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eat</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driven</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drive</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Use ever in questions (Have you EVER...?) and never in negative statements (I have NEVER...) to talk about life experience.</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Type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Question with ever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Have/Has + subject + ever + past participle?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you ever been to Paris?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Positive answer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Yes, + number of times / once / twice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Yes, twice.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Negative with never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Subject + have/has + never + past participle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have never eaten sushi.</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been (= visited &amp; returned)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have/has been to + place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has been to Italy.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gone (= left, not back yet)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have/has gone to + place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has gone to the shops.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BEEN = went and came back. GONE = went and is still there. "She has been to Spain" (she is here now). "She has gone to Spain" (she is in Spain now).</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Have you ever ridden a horse? — Yes, once.</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have never flown in a helicopter.</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has been to Japan twice.</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Where has Tom gone? — He has gone to the bank.</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questions with Have you ever...?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Question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(be / to Australia)</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you ever been to Australia?</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(eat / Chinese food)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 you ever eaten Chinese food?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(fly / in a helicopter)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(break / your leg)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been or gone.</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Where is Sarah? She has ___ to the shops.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 you ever ___ to Spain? Yes, twice.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Tom isnt here. He has ___ home.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have ___ to London many times.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Where has your father ___? He is at work.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you ever went to Japan?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have never ate sushi.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has been to the bank. (She is still there)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Did you ever visited Paris?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has gone to Italy twice. (He is here now)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Find Someone Who Has...</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Walk around the class. Ask Have you ever...? questions.</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Find someone who has: been abroad / ridden a horse / eaten something unusual / won a prize.</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Write their name next to the experience.</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back: Maria has been abroad. Timur has ridden a horse.</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Mary is 65 years old and has had a very interesting life. She has travelled all over the world. She has been to over 30 countries. She has written ten books about her trips. She has met many famous people. She has never been to Australia, but she wants to go next year.</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5 sentences about your life experiences using ever/never/been/gone.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Write something you have never done: I have never...</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Write a place you have been to: I have been to...</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Write about someone who has gone somewhere: ... has gone to...</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Have you ever...? questions. Then ask a family member and write their answers (Yes, once / No, never etc.).</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 Write the matching word next to each definition in your workbook.</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17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Perfect — ever and never</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Questions are the engines of learning. Ask more!</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