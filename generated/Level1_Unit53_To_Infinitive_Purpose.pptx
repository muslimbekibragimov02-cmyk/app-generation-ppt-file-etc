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53  ·  A2</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To + Infinitive for Purpose</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to + verb = why/reason (I went to buy...); for + noun; money/time + to do; in order to</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A2</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503999"/>
            <a:ext cx="12192000" cy="792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to + infinitive to explain why someone does something (purpose).</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Distinguish to + verb (purpose) from for + noun.</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enough money/time + to + infinitive.</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in order to as a formal alternative.</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Produce sentences explaining reasons and purposes.</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503999"/>
            <a:ext cx="12192000" cy="792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Why Did You...?</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asks: Why did you come to class? Students: To learn English!</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Ask 3 more why questions. Students answer with to + verb.</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Example: Why do you go to the gym? — To get fit!</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503999"/>
            <a:ext cx="12192000" cy="792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purpose</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the reason for doing something</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reason</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why something happens</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goal</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something you want to achieve</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aim</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what you are trying to do</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objective</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something you plan to achieve</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intention</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what you plan to do</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motive</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reason for doing something</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result</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what happens because of something</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benefit</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good thing; advantage</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advantage</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something that helps you succeed</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503999"/>
            <a:ext cx="12192000" cy="792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TO + verb = explains WHY (purpose). FOR + noun = the same meaning but with a noun. Never say "for buy" — always "to buy" (verb) or "for a newspaper" (noun).</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927000">
                <a:tc>
                  <a:txBody>
                    <a:bodyPr/>
                    <a:lstStyle/>
                    <a:p>
                      <a:pPr algn="l"/>
                      <a:r>
                        <a:rPr lang="en-GB" b="1" sz="1400" dirty="0">
                          <a:solidFill>
                            <a:srgbClr val="FFFFFF"/>
                          </a:solidFill>
                          <a:latin typeface="Calibri"/>
                        </a:rPr>
                        <a:t>Structure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Use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Example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to + infinitive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purpose (why you do it)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went to the shop to buy milk.</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for + noun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purpose (with a noun)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went to the shop for milk.</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money/time + to + verb</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enough resources for purpose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need money to buy food.</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in order to + verb</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formal purpose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studied in order to pass.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NOT for + verb</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 WRONG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NOT: I went for buy milk.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503999"/>
            <a:ext cx="12192000" cy="792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TO + verb (to buy, to see, to learn). FOR + noun (for milk, for a newspaper, for food). NEVER: "for buy" or "for to buy". Say: "to buy" or "for buying" in some cases.</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Why did you go out? — To get some bread. (purpose)</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She went to Spain to learn Spanish. (purpose)</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 havent got time to watch TV. (time + to)</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 need money to buy a new phone. (resources + to)</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503999"/>
            <a:ext cx="12192000" cy="792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Complete with to + verb or for + noun. Items 1-2 done.</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went to the shop ___ buy a newspaper.</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to</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went to the shop ___ a newspaper.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for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turned on the TV ___ watch the news.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went to the kitchen ___ a glass of water.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503999"/>
            <a:ext cx="12192000" cy="792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Answer the Why question with to + infinitive.</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Question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Why did she go to the station?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To meet her friend.</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Why are you learning English?</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Why did he go to the bank?</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Why is she saving money?</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Why did they go to the restaurant?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503999"/>
            <a:ext cx="12192000" cy="792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went to the shop for buy milk.</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studies for to pass the exam.</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went there for see his friend.</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need money for buy food.</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They came here for learn English.</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503999"/>
            <a:ext cx="12192000" cy="792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Why Do You...?</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Ask your partner 5 Why do you...? questions.</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Partner answers with to + infinitive purpose.</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Examples: Why do you come to class? — To learn English.</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Report the most interesting answer to the class.</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503999"/>
            <a:ext cx="12192000" cy="792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Maria came to England to study English. She wants to get a good job in the future. She needs English to communicate with international clients. She goes to class every day to improve her skills. She also watches films in English to learn new vocabulary. At weekends she goes to cafes to practise speaking with native speakers.</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5 sentences explaining purposes using to + infinitive.</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Why you study English.</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Why you go to school/work.</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Why someone you know does something.</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503999"/>
            <a:ext cx="12192000" cy="792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8 sentences: 4 using to + verb (purpose) and 4 using for + noun. Each should answer the question Why?</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Match each of the 30 vocabulary words from Section 4 to its definition.</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53  ·  A2</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To + Infinitive for Purpose</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Questions are the engines of learning. Ask more!</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