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12  ·  A1-A2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Past Simple — Negative and Questions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didn't + base form; Did + subject + base form?; Wh- questions in the past; short answers (Yes, I did / No, she didn't)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A1-A2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negative sentences with didn't (did not) + base form of the verb.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Understand that the main verb returns to the base form after didn't.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Yes/No questions with Did + subject + base verb?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Construct Wh- questions in the Past Simple (What did you do? Where did he go?).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Give short answers: Yes, I did. / No, she didn't.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🔍 Did You or Didn't You?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reads statements: 'You watched TV last night. You ate breakfast today.'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If TRUE for you, stand up and say: 'Yes, I did!' If FALSE, stay seated and say: 'No, I didn't!'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Ask a standing classmate a follow-up Wh- question: 'What did you watch?'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forget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fail to remember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keep in your memory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invite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ask someone to come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arrive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reach a place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make a choice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enjoy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get pleasure from something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happen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take place; occur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stay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remain in a place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leave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go away from a place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pay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give money for something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For Past Simple negatives use didn't + base form. For questions use Did + subject + base form?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Subject + didn't + base verb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didn't go to school.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Yes/No question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+ subject + base verb?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you see the film?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(Yes)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Yes, + subject + did.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Yes, I did.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Short answer (No)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No, + subject + didn't.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No, she didn't.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Wh- question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 + did + subject + base verb?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Where did he go?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After didn't and Did, ALWAYS use the base form. NEVER say 'I didn't went' or 'Did she saw?'. The past tense is carried by 'did', not the main verb.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Negatives: I didn't eat breakfast. She didn't come to class.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Yes/No questions: Did you sleep well? Did he finish the homework?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Wh- questions: What did you do? Where did they go? When did it happen?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Short answers: Did you enjoy it? Yes, I did. / No, I didn't.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Make negatives or questions as indicated. Items 1-2 are done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went to school. (negative)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DIDN'T GO to school.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saw the film. (question)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SHE SEE the film?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enjoyed the party. (negative)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arrived on time. (question)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complete Past Simple negative sentences or questions.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Write your 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(I / not / sleep / well / last night)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(she / not / invite / me / to the party)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(Did / you / enjoy / the concert?)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(What / you / do / last weekend?)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(he / not / pass / the exam)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didn't went to school.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she saw the film?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didn't arrived on time.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Where did you went?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didn't enjoyed the party.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💬 Last Weekend Interview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5 Did you...? questions about last weekend.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Interview your partner and note the answers.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follow-up Wh- questions: What did you eat? Where did you go?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to the class: 'Ali didn't stay at home. He went to the park.'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didn't go to work last Monday. He was sick. He didn't eat much, but he drank a lot of water. His friend called and asked: 'Did you go to the doctor?' Tom said: 'No, I didn't. I just stayed in bed.' He didn't feel better until Wednesday. He went back to work on Thursday.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sentences: 3 negative and 3 questions about the past.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didn't do yesterday: I didn't ___.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a friend didn't do: He/She didn't ___.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Ask about last weekend: Did you ___?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about last week: 5 negatives (didn't + base form) and 5 questions (Did...? or Wh- + did...?). Make sure the main verb is ALWAYS base form.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Choose 10 vocabulary words from Section 4. For each one, write a negative sentence and a question. Example: forget - 'I didn't forget.' / 'Did you forget?'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12  ·  A1-A2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Past Simple — Negative and Questions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