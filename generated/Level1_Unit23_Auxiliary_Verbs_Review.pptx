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23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Auxiliary Verbs — Review of Tenses</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am/is/are, was/were, do/does/did, have/has + main verb; choosing the right auxiliary</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Identify auxiliary verbs in different tenses (be, do, have).</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Choose the correct auxiliary for questions and negatives.</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between be (continuous/passive), do (simple), have (perfect).</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questions correctly using appropriate word order with auxiliaries.</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in mixed tenses selecting the right auxiliary each time.</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Auxiliary Quick-Fire</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says a sentence. Students identify the auxiliary: BE, DO, or HAVE.</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Examples: She is working (BE). Did you go? (DO). I have finished (HAVE).</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Speed round: 10 sentences in 2 minutes. Count your correct answers.</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auxiliary</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helper verb (be/do/have)</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tense</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form showing time of action</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structure</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way parts are arranged</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infinitive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base form of a verb</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participle</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verb form (-ing or -ed)</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positive</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affirmative; saying yes</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negative</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saying no; denial</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continuous</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ongoing; not stopping</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simple</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complicated</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perfect</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completed (grammar term)</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English has three auxiliary (helper) verbs: BE (continuous/passive), DO (simple questions/negatives), HAVE (perfect tenses). Choose based on the tense.</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Auxiliary</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Used in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am/is/are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present continuous / present passive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is working. / It is made here.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was/were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past continuous / past passive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was sleeping. / It was built in 1990.</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do/does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present simple questions &amp; negatives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you like it? / She doesnt work.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did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past simple questions &amp; negatives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Did they go? / I didnt see him.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have/has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present perfect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have finished. / Has she gone?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DO + infinitive (base form). BE + -ing or past participle. HAVE + past participle. Never mix them: NOT "Do you working?" or "Have you went?"</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Are you working? (continuous = BE + -ing)</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Do you work here? (simple = DO + base form)</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Have you worked here long? (perfect = HAVE + past participle)</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Was it cleaned? (passive = BE + past participle)</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the correct auxiliary. Items 1-2 are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 the shops close at 6? (present simple)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 you looking at me? (present continuous)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Are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 Ann working today?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 you like cooking?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Choose: do/does/did/am/is/are/was/were/have/has.</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 you speak English?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Where ___ Ann yesterday?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What ___ you doing at 10pm last 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 the letter been sent?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Why ___ she crying right now?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you working today?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 you went to London?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doesnt likes coffee.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Did you watched TV?</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Is this word means hello?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Tense Detective</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Work in pairs. Student A says a sentence in any tense.</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Student B identifies: What tense? What auxiliary? Make it negative. Make it a question.</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Take turns. 5 sentences each.</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The student who identifies all correctly wins.</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Anna is a teacher. She has worked at her school for ten years. Right now, she is marking homework. Yesterday, she didnt go to work because she was ill. She has been to many countries. Last summer, she went to Italy. Next year, she is going to visit Japan.</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using different auxiliaries: one with do, does, did, is/are, was/were, have/has.</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Present simple question (Do/Does):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Past simple negative (didnt): I didnt...</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Present continuous (am/is/are + -ing): ___</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10 sentences in different tenses. Underline the auxiliary verb in each. Include: 2 present simple, 2 present continuous, 2 past simple, 2 present perfect, 2 passive.</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23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Auxiliary Verbs — Review of Tenses</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The more you practise, the more natural it feels.</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