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1  ·  A1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Verb To Be — Affirmative &amp; Negative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am / is / are + positive &amp; negative forms; contractions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affirmative and negative sentences using am, is, and are.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contractions correctly: I'm, she's, they're, isn't, aren't.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Identify the correct form of to be for all subject pronouns.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between long and short (contracted) forms in writing.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simple descriptive sentences about people and things.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✋ True About Me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Write three sentences about yourself on a card using 'I am' or 'I'm'.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Share with a partner — they decide: True or False?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Example: 'I'm 20 years old.  I'm from London.  I'm not a teacher.'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tall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having great height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tired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feeling the need to rest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hungry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feeling the need to eat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cold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having a low temperature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having a high temperature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angry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feeling strong displeasure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afraid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feeling fear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sunny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bright with sunlight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fairly hot; comfortable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heavy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weighing a lot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Use am (I), is (he/she/it), or are (you/we/they) + adjective/noun/place to describe people and things.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000"/>
                <a:gridCol w="2958000"/>
                <a:gridCol w="2958000"/>
                <a:gridCol w="2958000"/>
              </a:tblGrid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Affirmative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Negative (full)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Negative (contraction)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am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am not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I'm not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He / She / It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is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is not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isn't / He's not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/ We / They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are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are not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aren't / They're not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graphicFrame>
        <p:nvGraphicFramePr>
          <p:cNvPr id="254" name="tbl254"/>
          <p:cNvGraphicFramePr>
            <a:graphicFrameLocks noGrp="1"/>
          </p:cNvGraphicFramePr>
          <p:nvPr/>
        </p:nvGraphicFramePr>
        <p:xfrm>
          <a:off x="180000" y="540000"/>
          <a:ext cx="11832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Contraction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Long 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I'm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I am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I'm a student.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She's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She is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She's my teacher.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They're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They are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They're not here.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isn't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is not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He isn't tired.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aren't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are not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We aren't late.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5" name="box255"/>
          <p:cNvSpPr>
            <a:spLocks noGrp="1"/>
          </p:cNvSpPr>
          <p:nvPr/>
        </p:nvSpPr>
        <p:spPr>
          <a:xfrm>
            <a:off x="180000" y="1908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I'm not is the only correct negative contraction for I. NEVER say 'I amn't'.</a:t>
            </a:r>
          </a:p>
        </p:txBody>
      </p:sp>
      <p:sp>
        <p:nvSpPr>
          <p:cNvPr id="256" name="box256"/>
          <p:cNvSpPr>
            <a:spLocks noGrp="1"/>
          </p:cNvSpPr>
          <p:nvPr/>
        </p:nvSpPr>
        <p:spPr>
          <a:xfrm>
            <a:off x="180000" y="2537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280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Descriptions: She's tall. He's a doctor.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3023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Feelings: I'm tired. They're hungry.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32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Location: The keys are on the table.</a:t>
            </a:r>
          </a:p>
        </p:txBody>
      </p:sp>
      <p:sp>
        <p:nvSpPr>
          <p:cNvPr id="260" name="tb260"/>
          <p:cNvSpPr txBox="1">
            <a:spLocks noGrp="1"/>
          </p:cNvSpPr>
          <p:nvPr/>
        </p:nvSpPr>
        <p:spPr>
          <a:xfrm>
            <a:off x="180000" y="34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Time: It's ten o'clock.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the correct form of to be. Items 1–2 are completed for you.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weather ___ nice today.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weather IS nice today.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___ not tired.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AM not tired.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This bag ___ heavy.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These bags ___ heavy.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the full negative sentence using the correct form of to be.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Write your 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(this house / not / very big)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(the shops / not / open today)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(my keys / in / my bag)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(Jenny / 18 years old)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(you / not / very tall)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are a nurse.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is at school.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amn't hungry.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not is my friend.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Are the bag heavy?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💬 Find Someone Who…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Walk around the classroom. Ask your classmates questions with 'Are you…?'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Use: 'Are you tired / hungry / cold / from [city] / interested in sport?'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When a classmate answers 'Yes, I am,' write their name next to the question.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 back: 'Ana is tired. Tom isn't hungry.'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My name is David. I am 25 years old. I am a nurse at a big hospital. My sister is a designer. She is not married. Our parents are retired. They are not young, but they are very healthy and happy.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5 true sentences about yourself. Use am, is, are, isn't, or aren't.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your name and age: My name is ___ . I am ___ years old.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your job or role: I am a ___ 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where you are from: I am from ___ 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8 sentences about a person you know (friend or family member). Use am / is / are in at least 4 sentences, and isn't / aren't in at least 4 sentences. Underline every form of to be.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 Write the matching word next to each definition in your workbook.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1  ·  A1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Verb To Be — Affirmative &amp; Negative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Questions are the engines of learning. Ask more!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