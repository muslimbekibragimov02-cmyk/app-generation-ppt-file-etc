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56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Do and Make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do = general actions/tasks; make = produce/create; fixed expressions with do and make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do for general actions and tasks (do homework, do the washing).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make for producing/creating (make a cake, make coffee).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Learn key fixed expressions with do (do an exam, do a course, do your best).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Learn key fixed expressions with make (make a mistake, make a decision, make money).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correctly between do and make in context.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🔨 Do or Make?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shows flashcards: homework (DO) / coffee (MAKE) / a mistake (MAKE) / exercise (DO)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shout DO or MAKE.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First to 10 correct answers wins.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homework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school work done at home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housework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cleaning and cooking at home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washing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clothes that need cleaning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ironing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making clothes smooth with heat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shopping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buying things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dishes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plates and cups to wash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favour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kind thing you do for someone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exam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formal test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series of lessons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physical activity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DO = general actions, routine tasks, jobs. MAKE = producing, creating, constructing something new. Many expressions are FIXED — you must learn them.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0"/>
                <a:gridCol w="5916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DO (actions/tasks)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MAKE (produce/create)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do homework / do housework / do the washing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make a cake / make coffee / make a meal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do an exam / do a course / do exercise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make a mistake / make a decision / make progress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do business / do research / do your best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make money / make a noise / make a phone call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do the dishes / do the ironing / do a favour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make a plan / make a list / make an appointment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do nothing / do damage / do well/badly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make a suggestion / make a complaint / make an effort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DO is for actions (not creating a physical thing). MAKE is for producing or creating. But many are FIXED: "make a mistake" (NOT do a mistake), "do homework" (NOT make homework). You must memorise these!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do my homework every evening. (NOT make homework)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made a cake for his birthday. (= created/produced)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He made a terrible mistake. (fixed expression)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Can you do me a favour? (fixed expression)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do or make.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Expression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homework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a cake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make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a mistake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the washing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the sentences with the correct form of do or make.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___ a lot of mistakes in the test.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made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need to ___ the shopping today.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___ a phone call and then left.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___ their best but didnt win.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you ___ me a coffee please?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made my homework last night.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did a terrible mistake.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makes exercise every morning.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did a lot of noise.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you do me a coffee?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Household Survey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your partner: Who does the washing/cooking/ironing in your family?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Ask: What do you do in the morning? What do you make for breakfast?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Find 3 things you both do and 3 things you both make.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Report: We both do exercise. Neither of us makes our bed!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In our house, everyone does something. My father does the shopping on Saturdays. My mother makes dinner every evening. She also makes wonderful cakes! My brother does the washing and I do the ironing. We all do our best to keep the house clean. Last week my sister made a mistake — she did the white washing with a red sock. Everything turned pink! She made a promise never to do that again.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sentences: 3 with do and 3 with make.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do every day (do + task).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did for an exam (do + exam/course).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favour you did for someone.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12 sentences: 6 with DO expressions and 6 with MAKE expressions. Use at least 10 different fixed expressions from the grammar table.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56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Do and Make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