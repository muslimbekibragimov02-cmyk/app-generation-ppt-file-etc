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44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Subject and Object Questions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Who saw Paul? (subject Q — no auxiliary); Who did you see? (object Q — needs auxiliary)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subject questions from object questions.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subject questions without do/does/did (Who lives here?).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object questions with do/does/did (Who did you see?).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What happened? / Who won? correctly as subject questions.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both types of question accurately in conversation.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🕵️ Detective Questions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tells a story: Someone broke the window yesterday.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ask: Who broke it? (subject) / What did they break? (object)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Practice with 3 more mini-stories. Identify subject vs object questions.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who does the action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who receives the action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detective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who investigates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investigate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examine facts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witness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who saw something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victim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harmed by something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suspect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thought to be guilty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crime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illegal act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thief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who steals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burglar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who breaks into houses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SUBJECT question (who/what IS the doer): no auxiliary needed. OBJECT question (who/what RECEIVES the action): needs do/does/did.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Subject Q (who did it?)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Who/What + verb (no auxiliary)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broke the window?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Object Q (what/who was affected?)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Who/What + did + subject + verb?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 did you see?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Subject Q (present)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+ verb-s?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lives in this house?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Object Q (present)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 + do/does + subject + verb?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 does she like?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Subject Q (happened)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+ happened?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happened? (NOT What did happen?)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If WHO/WHAT is the SUBJECT (the doer), do NOT use do/does/did. "Who broke the window?" (NOT "Who did break?"). If WHO/WHAT is the OBJECT, you NEED do/does/did. "Who did you see?"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Who lives here? = somebody lives here — who? (subject)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Who did you meet? = you met somebody — who? (object)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happened? = something happened — what? (subject)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did he say? = he said something — what? (object)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subject or object questions.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Somebody broke the window. Who?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broke the window?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saw somebody yesterday. Who?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 did you see yesterday?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Something happened. What?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Somebody lives in this house. Who?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Choose: with or without do/does/did.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 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___ (win) the match? (subject)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 ___ you ___ (phone)? (object)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___ (happen) last night? (subject)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___ she ___ (buy)? (object)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___ (teach) your class? (subject)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did break the window?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did happen yesterday?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you saw at the party?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Who does live next door?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did made that noise?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Crime Scene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Teacher describes a mini-crime: Someone stole a cake from the kitchen!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Students ask subject questions: Who stole it? What happened?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Students ask object questions: Who did you suspect? What did you see?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Best detective team solves the mystery first.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Last night, something strange happened. Somebody broke into the school. They took three computers. Nobody saw anything. The police asked: "Who broke in? What did they take? Who found the damage?" The caretaker found it this morning. He said: "What happened here? Who did this?" The police are investigating.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questions — 3 subject questions and 3 object questions.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Subject: Who invented something famous?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Subject: What happened yesterday?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Subject: Who won something?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questions: 5 subject questions (no auxiliary) and 5 object questions (with do/does/did). Label each S or O.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44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Subject and Object Questions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