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34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Have To — Obligation and Necessity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have to/has to (present); had to (past); will have to (future); dont have to (not necessary); have to vs must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have to / has to for external obligation in the present.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had to for past obligation.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will have to for future obligation.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questions and negatives with do/does/did + have to.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Distinguish have to (external rule) from must (personal feeling) and dont have to (not necessary) from mustnt (prohibited).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📋 My Obligations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Write 3 things you have to do every day and 2 you dont have to do.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Tell your partner: I have to get up at 6. I dont have to wear a uniform.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What do you have in common?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obligation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something you are required to do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requirement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something that is needed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duty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moral or legal obligation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piece of work to do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chore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routine household task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shift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set period of work time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overtime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extra time worked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commute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journey to and from work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deadline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the last day to finish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salary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money paid for work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HAVE TO = external obligation (rules, laws, other people require it). Use do/does/did for questions and negatives. DONT HAVE TO = not necessary (not the same as mustnt!).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8000"/>
                <a:gridCol w="2958000"/>
                <a:gridCol w="2958000"/>
                <a:gridCol w="2958000"/>
              </a:tblGrid>
              <a:tr h="13905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Tense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Positive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3905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Present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have to / She has to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dont have to / She doesnt have to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Do I have to? / Does she have to?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3905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Past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had to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didnt have to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Did you have to?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3905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Future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will have to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wont have to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Will I have to?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MUST = personal feeling (I feel its necessary). HAVE TO = external rule (someone else requires it). DONT HAVE TO = not necessary (you can choose). MUSTNT = prohibited (dont do it!).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 have to wear a uniform at work. (rule)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She has to get up at 6. (her job requires it)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 had to wait an hour yesterday. (past)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You dont have to pay. Its free. (not necessary)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Complete with have to/has to/had to/dont have to. Items 1-2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Jill starts at 7, so she ___ get up at 6.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has to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was late, so I ___ run to school.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had to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You ___ pass a test to get a licence.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Its Sunday. I ___ go to work. (not necessary)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questions with have to.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Information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gets up early. (What time?)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What time does she have to get up?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wears a uniform.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Does he _______________?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You paid a fine yesterday.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Did you _______________?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They will take an exam next week.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Will they _______________?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work on Saturdays sometimes.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Do you _______________?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have to get up early.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Do she has to wear a uniform?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musted go to the bank yesterday.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You dont have to smoking here. (prohibited)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He doesnt has to work tomorrow.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Job Interview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Student A is interviewing for a job. Student B is the manager.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Manager explains: You have to work Saturdays. You dont have to wear a suit.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Candidate asks: Do I have to...? Will I have to...?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Swap roles. Invent a different job.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Tom works in a hospital. He has to wear a uniform every day. He has to start work at 7am, so he has to get up very early. He doesnt have to work on Sundays — thats his day off. Last week he had to work overtime because a colleague was ill. Next month he will have to take a training course.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6 sentences about your obligations.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you have to do every day.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you dont have to do (not necessary).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you had to do last week.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about a job you know (doctor, teacher, driver etc.). List 4 things the person has to do, 2 they dont have to do, and 2 they had to do recently. (8 sentences minimum)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34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Have To — Obligation and Necessity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Grammar is not a rule — it is a tool. Use it!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