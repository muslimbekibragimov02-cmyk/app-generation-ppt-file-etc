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38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Impersonal It — Time, Weather, Distance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It is/was for time, day, weather, distance, temperature; Its + adjective + to + verb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it for time (Its 3 oclock), days (Its Monday), and dates.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it for weather (Its raining, Its cold).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it for distance (Its 10 km from here to...).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Its + adjective + to + infinitive (Its easy to learn).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Avoid omitting it in these structures.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🌡️ Whats It Like?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asks: Whats the weather like? Students answer: Its sunny. Its cold.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Ask about time, distance: What time is it? How far is it to the station?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ask each other 3 It questions.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how hot or cold it is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degree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unit of temperature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distance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how far between two places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kilometre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1000 metres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midnight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12 oclock at night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midday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12 oclock in the daytime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dawn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when the sun comes up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dusk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when it starts getting dark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foggy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with thick mist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windy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with a lot of wind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Use IT as subject for: time, weather, temperature, distance, and IT IS + adjective + TO + infinitive for opinions about actions.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is + time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half past three.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Day/Date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is + day/date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Its Monday. / Its 15th June.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Weather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is + weather adj / verb-ing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cold. / Its raining.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Distance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is + distance + from...to...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Its 10 km from here to the airport.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Opinion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+ adjective + to + verb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easy to make mistakes.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You must ALWAYS include IT. Never say: "Is raining" or "Is cold" or "Is 3 oclock". Always: "IT is raining" / "IT is cold" / "IT is 3 oclock".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Its ten oclock. Youre late! (time)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Its raining. Take an umbrella. (weather)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How far is it? Its about 5 km. (distance)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Its nice to see you again! (opinion)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It is/was/will be.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What time is ___? ___ half past nine.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/ Its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raining. Take an umbrella.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far ___ from here to the station?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Wednesday today.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sentences using it is/was.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Information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Time: 6.30pm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half past six.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Weather: snowing now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Distance: 2 km to school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Opinion: important / study hard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Day: Friday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raining outside.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Is ten oclock now.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Is difficult understand him.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is five oclock yesterday.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How far it is to the airport?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Weather Reporter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You are a weather reporter. Describe todays weather using it.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Then describe yesterdays weather and tomorrows forecast.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your partner questions: What time is it? How far is it to...?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 3 facts about your partners answers.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Tom looked outside. It was a beautiful morning. It was sunny and warm — about 25 degrees. It was still early, only 7 oclock. He checked his phone: it was Saturday! He didnt have to work. He thought: its a great day to go to the beach. Its only 10 kilometres from his house. Its easy to get there by bus.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using impersonal it.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The time now.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Todays weather.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Distance from your home to school.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sentences using it: 2 about time, 2 about weather, 2 about distance, 2 with Its + adjective + to, and 2 about yesterday.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38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Impersonal It — Time, Weather, Distance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Grammar is not a rule — it is a tool. Use it!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