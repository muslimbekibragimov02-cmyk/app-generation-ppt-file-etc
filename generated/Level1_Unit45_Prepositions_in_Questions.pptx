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45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Prepositions in Questions — What...like?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Prepositions at end of Wh- questions; Who...to/with/for/about?; What is it like?</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Place prepositions at the END of Wh- questions naturally.</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Who...to/with/for/about? correctly.</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What is it like? to ask for descriptions.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What is it like? (description) from Do you like it? (preference).</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natural questions with prepositions in the correct position.</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Whats It Like?</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mentions a place/thing students havent seen: my new flat.</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ask: Whats it like? Is it big? What colour are the walls?</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Practice with: new restaurant, new teacher, holiday destination.</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preposition</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word showing position/direction</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describe</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say what something is like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description</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words telling what something is like</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impression</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opinion formed about something</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appearance</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way something looks</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atmosphere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mood of a place</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quality</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how good something is</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standard</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level of quality</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location</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place where something is</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scenery</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natural views; landscape</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In spoken English, prepositions go at the END of Wh- questions. Whats it like? = tell me about it (description). This is NOT the verb like (enjoy).</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Preposition at end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Meaning</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Who...to?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Who are you talking 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are talking to somebody — who?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Who...with?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Who is she going with?</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is going with somebody — who?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What...about?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What are you thinking about?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are thinking about something — what?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What...for?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What is this used for?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This is used for something — what?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What...like?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Whats the weather like?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Describe the weather to 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"Whats it like?" ≠ "Do you like it?" "Whats it like?" = describe it. "Do you like it?" = do you enjoy it? Example: Whats your new job like? = Tell me about it (good? bad? easy? hard?).</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Where are you from? (= from where? — preposition at end)</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Who is this letter for? (= for whom?)</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Whats your new flat like? — Its small but nice.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What are you looking at? — That bird over there!</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Put the preposition at the end to make a question.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Information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is talking to somebody.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Who is she talking 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is afraid of something.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What is he afraid of?</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These books belong to somebody.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is waiting for somebody.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Ask Whats it like? questions and give short answers.</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Topic</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Question + sample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Your new teacher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Whats your new teacher like? — Shes nice.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Your new flat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weather today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food at the restaurant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Your new neighbours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 who are you talking?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About what are you thinking?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Like what is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From where do you come?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Do you like your new flat? (meaning: describe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Whats It Like?</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Student A mentions something new: a film, a restaurant, a holiday, a person.</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Student B asks: Whats it like? / What are they like?</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Student A describes using adjectives.</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4 things each. Who has the best descriptions?</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Anna has a new job. Her friend asks: "Whats it like?" Anna says: "Its great! The people are friendly." "Who do you work with?" "A team of five people." "Whats your boss like?" "Shes very helpful. Shes easy to talk to." "What are you working on?" "A new marketing project." "What are the hours like?" "9 to 5. Im happy!"</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questions with prepositions at the end.</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Who...talking to?</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What...thinking about?</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What...interested in?</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10 questions with prepositions at the end. Include: to, from, with, about, for, at, on, of, in, like. Then write short answers for each.</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45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Prepositions in Questions — What...like?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Questions are the engines of learning. Ask more!</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