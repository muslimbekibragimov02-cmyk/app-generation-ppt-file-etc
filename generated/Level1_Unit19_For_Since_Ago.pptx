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19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For, Since and Ago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for + period; since + start; ago = before now (with Past Simple); comparison of all three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for with both Present Perfect and Past Simple for duration.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since only with Present Perfect (from start point to now).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ago with Past Simple to say when something happened.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Compare for (how long) with ago (when).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sentences using for, since, and ago accurately.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🔄 For, Since, or Ago?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 a time expression. Students hold up a card: FOR / SINCE / AGO.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Examples: two years (FOR), Monday (SINCE), three days (AGO or FOR).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Fastest correct answer wins a point.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fortnight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period of two weeks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quarter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one fourth; 15 minutes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fixed period of time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occasion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particular time or event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meanwhile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at the same time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nowadays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at the present time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recently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long ago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immediately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at once; without delay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gradually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slowly, over time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eventually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in the end; finally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FOR = how long (period). SINCE = from when (start point, Present Perfect only). AGO = when in the past (Past Simple only).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000"/>
                <a:gridCol w="2958000"/>
                <a:gridCol w="2958000"/>
                <a:gridCol w="2958000"/>
              </a:tblGrid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Tense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long (period)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Perfect OR Past Simple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Ive lived here for 5 years.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since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from start to now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Present Perfect ONLY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Ive lived here since 2019.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ago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before now (when)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 Simple ONLY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moved here 5 years ago.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AGO goes AFTER the time: "three days ago" (NOT "ago three days"). SINCE is NEVER used with Past Simple. FOR can be used with both tenses.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arrived three days ago. (Past Simple)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has been here for three days. (Present Perfect)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has been here since Monday. (Present Perfect)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started this job two years ago. Ive had this job for two years.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for, since, or ago. Items 1-2 are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arrived three days ___.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ago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Ive lived here ___ 2019.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since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waited ___ two hours.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left ten minutes ___.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Rewrite using the word in brackets.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Rewrite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arrived on Monday. Its now Thursday. (for)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has been here 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started work in 2020. (since)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has worked here 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got married 15 years before now. (ago)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got married 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moved here in January. (since)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Ive lived here 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left 30 minutes before now. (ago)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left 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live here since five years.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arrived since Monday.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has been ill ago three days.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We have been friends for 2018.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started this job since two years.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Timeline Partners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Draw a simple timeline of your life with 5 important dates.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Tell your partner about each: I started school 12 years ago. Ive studied English since 2020.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Your partner asks: How long have you...?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 one interesting fact about your partner to the class.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 moved to Tashkent five years ago. He has lived there since 2019. He found a job two months after he arrived. He has worked at the same company for nearly five years now. He got married a year ago. He and his wife have been together since 2017.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sentences about your life using for, since, and ago.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happened ___ ago.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have done for ___ years.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started since ___.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sentences about important events in your country or family. Use for, since, and ago (at least 2 of each).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19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For, Since and Ago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