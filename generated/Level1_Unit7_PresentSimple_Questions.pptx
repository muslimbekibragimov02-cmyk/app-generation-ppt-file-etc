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7  ·  A1</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Present Simple — Questions</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Do/Does + subject + base form? Short answers; Wh- questions</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A1</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Yes/No questions using Do/Does + subject + base verb.</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Give correct short answers: Yes, I do. / No, she doesn't.</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Wh- questions with What/Where/When/How often + do/does.</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Apply correct word order in present simple questions.</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questions to ask about routines, habits, and preferences.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Question Dice</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gives each pair a list of verbs: eat, go, play, like, work, live.</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 A picks a verb and makes a question: 'Do you play tennis?'</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 B answers with a short answer: 'Yes, I do.' or 'No, I don't.'</a:t>
            </a:r>
          </a:p>
        </p:txBody>
      </p:sp>
      <p:sp>
        <p:nvSpPr>
          <p:cNvPr id="112" name="box112"/>
          <p:cNvSpPr>
            <a:spLocks noGrp="1"/>
          </p:cNvSpPr>
          <p:nvPr/>
        </p:nvSpPr>
        <p:spPr>
          <a:xfrm>
            <a:off x="180000" y="2322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4</a:t>
            </a:r>
          </a:p>
        </p:txBody>
      </p:sp>
      <p:sp>
        <p:nvSpPr>
          <p:cNvPr id="113" name="tb113"/>
          <p:cNvSpPr txBox="1">
            <a:spLocks noGrp="1"/>
          </p:cNvSpPr>
          <p:nvPr/>
        </p:nvSpPr>
        <p:spPr>
          <a:xfrm>
            <a:off x="503999" y="2322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Switch roles and continue until all verbs are used.</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where</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asking about a place</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when</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asking about a time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how often</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asking about frequency</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what time</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asking about a specific time</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why</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asking about a reason</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who</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pro</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asking about a person</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what</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pro</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asking about a thing or action</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live</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have your home somewhere</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work</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have a job</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start</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begin</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To form a present simple question, use Do/Does + subject + base verb. For Wh- questions, put the question word first.</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927000">
                <a:tc>
                  <a:txBody>
                    <a:bodyPr/>
                    <a:lstStyle/>
                    <a:p>
                      <a:pPr algn="l"/>
                      <a:r>
                        <a:rPr lang="en-GB" b="1" sz="1400" dirty="0">
                          <a:solidFill>
                            <a:srgbClr val="FFFFFF"/>
                          </a:solidFill>
                          <a:latin typeface="Calibri"/>
                        </a:rPr>
                        <a:t>Question Type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Structure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Yes/No (I/you/we/they)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 + subject + base verb?</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 you like pizza?</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Yes/No (he/she/it)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Does + subject + base verb?</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Does she work here?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Short answer (Yes)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Yes, + subject + do/does.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Yes, I do. / Yes, she does.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Short answer (No)</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No, + subject + don't/doesn't.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No, I don't. / No, she doesn't.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Wh- question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 + do/does + subject + base verb?</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Where does he live?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After does, the verb is ALWAYS in the base form. 'Does she likes?' is WRONG. 'Does she like?' is correct.</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Yes/No: Do you speak English? - Yes, I do.</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Where: Where does your sister live? - She lives in Rome.</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What time: What time do you get up? - At seven.</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How often: How often does he exercise? - Twice a week.</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Write the correct question for each answer. Items 1-2 are done for you.</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 given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Question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Yes, I do. (like football?)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 you like football?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lives in Madrid. (where?)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Where does she live?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No, he doesn't. (speak French?)</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At 8 o'clock. (what time / start?)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Put the words in order to make a present simple question.</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Words</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Write your 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 do / where / live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does / what / she / eat / lunch / for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start / does / what time / school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do / you / how often / exercise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 does / like / his job</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Does you like pizza?</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Where does she lives?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 he work here?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What time starts the class?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How often you go to the gym?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Find Someone Who...</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Walk around the class. Ask questions to find someone who...</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...likes coffee, plays a sport, speaks three languages, gets up before 6.</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Use: 'Do you like coffee?' When someone says 'Yes, I do,' write their name.</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back: 'Maria likes coffee. Tom plays football.'</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Anna is a journalist. She works for a newspaper in Berlin. She starts work at 9 a.m. and finishes at 6 p.m. She speaks three languages: German, English, and Spanish. She doesn't work on weekends. On Saturdays, she plays tennis with her friends. On Sundays, she relaxes at home and reads books. She loves her job because she meets interesting people every day.</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questions you would ask a new friend about their life.</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Ask about where they live: ___?</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Ask about their job: ___?</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Ask about what they do at the weekend: ___?</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Interview a family member. Write 6 questions using Do/Does and write their answers. Include at least 2 Wh- questions (Where/What/When/How often).</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Write the question word (What, Where, When, How often, Why) that matches each situation: asking about a place, asking about time, asking about frequency, asking about a reason, asking about a thing.</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7  ·  A1</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Present Simple — Questions</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The more you practise, the more natural it feels.</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