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11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Past Simple — Regular and Irregular Verbs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Regular verbs + -ed (worked, played, studied); irregular verbs (went, had, saw, came, took, made, got, gave); pronunciation of -ed (/t/, /d/, /ɪd/); time markers (yesterday, last week, ago)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the Past Simple affirmative of regular verbs by adding -ed.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Apply spelling rules for -ed: double consonant (stopped), -e verbs (lived), consonant + y (studied).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common irregular past forms correctly (went, had, saw, came, took, made, got, gave).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Identify time markers that signal Past Simple (yesterday, last week, two days ago).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about completed past actions and events.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🕰️ What Did You Do Yesterday?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Think of five things you did yesterday. Write them quickly on a piece of paper.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Tell your partner: 'I woke up early. I walked to school. I studied English.'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Your partner listens and counts: how many regular verbs? How many irregular?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walked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walk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played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play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worked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work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studied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study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stopped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stop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lived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live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wanted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want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needed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need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watched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watch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listened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of listen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For regular verbs, add -ed to the base form. Irregular verbs have unique past forms that must be memorised.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Regular: most verbs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base + -ed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worked, played, listened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Regular: ends in -e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base + -d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lived, liked, used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Regular: consonant + 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 to -ied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studied, tried, worried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Regular: CVC (short vowel)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double + -ed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stopped, planned, dropped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Irregular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unique form (memorise)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go-went, have-had, see-saw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There is NO rule for irregular verbs. You must learn them by heart. Common ones: go-went, have-had, see-saw, come-came, take-took, make-made, get-got, give-gave, eat-ate, drink-drank, buy-bought.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Completed actions: I walked to school yesterday.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Past events: She saw a great film last night.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Sequences: He woke up, had breakfast, and went to work.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Time markers: two days ago, last Monday, yesterday morning.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Past Simple form of the verb in brackets. Items 1-2 are done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(walk) to school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WALKED to school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(go) to the cinema last night.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WENT to the cinema last night.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___ (study) English for two hours.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___ (have) dinner at eight.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complete sentences in the Past Simple using the prompts.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Write your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(I / walk / to the park / yesterday)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(she / see / her friend / last week)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(they / eat / pizza / on Friday)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(he / come / home / late / last night)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(we / make / a cake / for her birthday)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goed to school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studyed all night.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taked the bus.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haved breakfast at seven.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stoped at the traffic light.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💬 Weekend Story Chain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In groups of 4, take turns adding a sentence about last weekend.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Use Past Simple: 'I woke up late. I had breakfast. I went shopping.'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Each person adds one sentence. Keep the story going for 2 rounds.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the funniest or most interesting story to the class.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Last Saturday, Maria woke up early. She had breakfast and then walked to the market. She bought some fruit and vegetables. In the afternoon, she made a big lunch for her family. Her brother came at two o'clock. They ate together and talked for hours. It was a lovely day.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about what you did last weekend using the Past Simple.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What time did you wake up? I woke up at ___.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Where did you go? I went to ___.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What did you eat? I ate / had ___.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about a memorable day in the past. Use at least 5 regular verbs and 5 irregular verbs in the Past Simple. Underline the irregular verbs.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Learn the past forms of these 15 irregular verbs: go, have, see, come, take, make, get, give, eat, drink, buy, think, tell, find, leave. Write each one in a sentence.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11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Past Simple — Regular and Irregular Verbs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