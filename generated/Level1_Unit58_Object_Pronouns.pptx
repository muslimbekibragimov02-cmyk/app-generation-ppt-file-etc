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58  ·  A1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Object Pronouns — me, you, him, her, it, us, them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subject vs object pronouns; position after verbs and prepositions; replacing noun objects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A1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Identify and use object pronouns: me, you, him, her, it, us, them.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Place object pronouns after verbs (I like HER) and prepositions (for HIM).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Replace noun objects with pronouns to avoid repetition.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subject (I/he/she/they) from object (me/him/her/them).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sentences using object pronouns correctly in context.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👉 Point and Say!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points at a student: I can see HIM. He is sitting down.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make sentences about classmates using object pronouns.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Example: I know HER. She sits next to ME. We like THEM.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subject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the person doing the action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object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the person receiving the action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pronoun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word replacing a noun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use instead of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position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the place in a sentence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repeat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say again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refer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talk about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singular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only one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plural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more than one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masculine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male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SUBJECT pronouns (I/you/he/she/it/we/they) come BEFORE the verb. OBJECT pronouns (me/you/him/her/it/us/them) come AFTER the verb or preposition.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Subject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me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knows me.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you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like you.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he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him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We saw him.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she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Call her now.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dont want it.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us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invited us.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dont know them.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Object pronouns go AFTER verbs (I like HER) and AFTER prepositions (for ME, with HIM, to THEM). NEVER: "I like she" or "for I" or "with they". ALWAYS: "I like her" / "for me" / "with them".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know her. She knows me. (after verb)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This letter is for you. (after preposition)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Can you help them? (after verb)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She gave it to him. (after preposition)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Replace the underlined noun with an object pronoun.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With pronoun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like Sarah.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like her.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called Tom and me.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called us.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 you know those people?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dont want this book.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me/you/him/her/it/us/them.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dont know those people. Do you know ___?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is very friendly. I like ___.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Where are the tickets? I cant find ___.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We are going to the park. Come with ___.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dont like this coffee. I dont want ___.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like she very much.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This is for they.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Can you help I?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We saw he at the park.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gave the book to we.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Pronoun Chain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 A says a sentence with a noun object: I like pizza.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 B repeats with a pronoun: You like it.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Continue around the class with different verbs and objects.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If someone uses the wrong pronoun, they sit down.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Tom and Sara are brother and sister. I know them very well. Tom is my best friend. I see him every day at school. Sara is very kind. Everyone likes her. They both live near me. I often visit them at their house. Their parents invite me for dinner. I always enjoy spending time with them.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 using different object pronouns.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Use me (about yourself as object).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Use him (about a man/boy).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Use her (about a woman/girl).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10 sentences using all 7 object pronouns at least once. Include at least 3 with prepositions (for me, with him, to them etc.).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58  ·  A1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Object Pronouns — me, you, him, her, it, us, them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Grammar is not a rule — it is a tool. Use it!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