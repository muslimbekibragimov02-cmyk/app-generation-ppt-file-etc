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52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Want/Tell/Ask Someone To Do Something</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want + person + to + verb; tell/ask/advise/expect/would like + person + to + verb</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want + object + to + infinitive (I want you to help).</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tell/ask/advise + object + to + infinitive for instructions.</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would like + object + to + infinitive for polite requests.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Never say: I want that you... (incorrect in English).</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expressing wishes and instructions about others.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Instructions!</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gives instructions: I want you to stand up. I want you to write your name.</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follow. Then students give instructions to each other.</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Practice: I want you to... / I told you to... / I asked you to...</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instruction</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telling someone what to do</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command</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an order to do something</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request</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politely asking someone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order</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telling someone firmly</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demand</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strong request</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permission</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allowing someone to do</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warning</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telling about danger</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encouragement</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giving support and confidence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reminder</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that helps you remember</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expectation</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what you think will happen</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verb + PERSON + TO + infinitive. Used with: want, would like, tell, ask, advise, expect, teach, allow, persuade, encourage, warn, remind, invite, order, force.</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794571">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Note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want + person + to +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want you to be happy.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NOT: I want that you are happy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would like + person + to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Would you like me to help?</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Polite version of want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tell + person + to +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told me to wait.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Giving an instruction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ask + person + to +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asked him to help.</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Making a request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advise + person + to +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doctor advised me to rest.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Giving advice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expect + person + to +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expect you to be on time.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Stating expectation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NEVER say: "I want that you come" or "She told that I wait". ALWAYS: "I want you TO come" / "She told me TO wait". The object (person) goes BETWEEN the main verb and TO.</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want you to help me. (NOT I want that you help)</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told me to be careful. (told + person + to)</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Would you like me to make coffee? (polite offer)</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The teacher asked us to open our books. (request)</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the sentences.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want you ___ (be) happy.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 be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told me ___ (wait).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to wait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Would you like me ___ (help)?</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doctor advised him ___ (rest).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Rewrite using the verb in brackets + person + to.</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Original</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Rewrite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"Wait here." (she told 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told me to wait.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"Please help me." (I asked him)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"Be careful!" (he warned us)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"You should rest." (the doctor advised 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"Dont be late." (she told them)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want that you come.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told that I wait.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asked me wait.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want you be happy.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told to us to leave.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Boss and Employee</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 A is the boss. Student B is the employee.</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Boss gives instructions: I want you to finish the report. I need you to call the client.</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Employee responds: You told me to call the client. I asked my colleague to help.</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Swap roles.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My teacher wants us to speak English in class. She tells us to practise every day. She asked me to help a new student. She advised him to listen carefully and to ask questions. She expects everyone to do homework on time. She encourages us to read books in English. She would like us to enjoy learning.</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using verb + person + to + infinitive.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your teacher wants you to do.</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your parents told you to do.</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asked a friend to do.</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sentences using: want + person + to (x2), tell + person + to (x2), ask + person + to (x2), advise + person + to (x2), would like + person + to (x2).</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52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Want/Tell/Ask Someone To Do Something</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Every great speaker was once a student. Keep going!</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