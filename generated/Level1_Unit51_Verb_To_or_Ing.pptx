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51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Verb + To or Verb + -ing</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want/hope/decide/plan + to + verb; enjoy/mind/finish/suggest + -ing; stop/remember (both)</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to + infinitive after: want, hope, need, decide, plan, offer, promise, refuse, learn, try.</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-ing after: enjoy, mind, finish, suggest, avoid, keep, practise, imagine, consider.</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Recognize verbs that can take both with different meanings (stop, remember, try).</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Choose the correct form based on the main verb.</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natural sentences using both patterns.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To or -ing?</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says a verb. Students say TO or -ING.</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want (TO!) / enjoy (-ING!) / decide (TO!) / mind (-ING!)</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Race through 10 verbs. Who gets them all right?</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decide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make a choice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promise</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say you will definitely do</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refuse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say no</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offer</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say you will do</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plan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intend to do</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hope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want and expect</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expect</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think will happen</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manage</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succeed in doing</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afford</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enough money</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agree</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say yes</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Some verbs are followed by TO + infinitive, others by -ING (gerund). You must learn which pattern each verb takes. A few verbs take both (with different meanings).</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1390500">
                <a:tc>
                  <a:txBody>
                    <a:bodyPr/>
                    <a:lstStyle/>
                    <a:p>
                      <a:pPr algn="l"/>
                      <a:r>
                        <a:rPr lang="en-GB" b="1" sz="1400" dirty="0">
                          <a:solidFill>
                            <a:srgbClr val="FFFFFF"/>
                          </a:solidFill>
                          <a:latin typeface="Calibri"/>
                        </a:rPr>
                        <a:t>Pattern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Verbs</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390500">
                <a:tc>
                  <a:txBody>
                    <a:bodyPr/>
                    <a:lstStyle/>
                    <a:p>
                      <a:pPr algn="l"/>
                      <a:r>
                        <a:rPr lang="en-GB" b="1" sz="1400" dirty="0">
                          <a:solidFill>
                            <a:srgbClr val="1F3864"/>
                          </a:solidFill>
                          <a:latin typeface="Calibri"/>
                        </a:rPr>
                        <a:t>verb + to + infinitive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want, hope, need, decide, plan, offer, promise, refuse, learn, try, expect, agree, manage, afford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want to go. She decided to leave.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390500">
                <a:tc>
                  <a:txBody>
                    <a:bodyPr/>
                    <a:lstStyle/>
                    <a:p>
                      <a:pPr algn="l"/>
                      <a:r>
                        <a:rPr lang="en-GB" b="1" sz="1400" dirty="0">
                          <a:solidFill>
                            <a:srgbClr val="1F3864"/>
                          </a:solidFill>
                          <a:latin typeface="Calibri"/>
                        </a:rPr>
                        <a:t>verb + -ing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enjoy, mind, finish, suggest, avoid, keep, practise, imagine, consider, miss, risk, deny, admit, postpone, recommend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enjoy reading. She suggested going out.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390500">
                <a:tc>
                  <a:txBody>
                    <a:bodyPr/>
                    <a:lstStyle/>
                    <a:p>
                      <a:pPr algn="l"/>
                      <a:r>
                        <a:rPr lang="en-GB" b="1" sz="1400" dirty="0">
                          <a:solidFill>
                            <a:srgbClr val="1F3864"/>
                          </a:solidFill>
                          <a:latin typeface="Calibri"/>
                        </a:rPr>
                        <a:t>both (different meaning)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stop, remember, forget, try, regret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stopped smoking (= quit). He stopped to smoke (= paused in order 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STOP TO = pause in order to do something new. STOP -ING = quit that activity. REMEMBER TO = dont forget (future). REMEMBER -ING = recall past event.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want to go home. (to + infinitive)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enjoy listening to music. (-ing)</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decided to sell her car. (to + infinitive)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He suggested going to the cinema. (-ing)</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to + verb or verb-ing.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want ___ (go) home.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 go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enjoy ___ (read) books.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reading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decided ___ (sell) her car.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 you mind ___ (wait)?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Choose to + verb or verb-ing.</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need ___ (study) harder.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enjoys ___ (dance).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offered ___ (carry) my bag.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Keep ___ (practise)!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plan ___ (travel) next month.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enjoy to read books.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decided selling her car.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wants going home.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dont mind to wait.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suggested to go out.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Life Choices</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Tell your partner 3 things you enjoy doing.</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Tell them 3 things you want to do in the future.</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What do you avoid doing? What have you decided to do this year?</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the most interesting answer to the class.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Anna wants to change her lifestyle. She has decided to eat healthier food. She enjoys cooking, so she doesnt mind spending time in the kitchen. She plans to exercise three times a week. She hopes to lose weight. She has stopped eating fast food. She avoids buying snacks. She suggests trying new recipes every week.</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3 with verb + to, 3 with verb + -ing.</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want to do (want + to).</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enjoy doing (enjoy + -ing).</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have decided to do (decide + to).</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12 sentences: 6 using verb + to infinitive (use: want, hope, decide, plan, offer, promise) and 6 using verb + -ing (use: enjoy, mind, finish, suggest, avoid, keep).</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51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Verb + To or Verb + -ing</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The more you practise, the more natural it feels.</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