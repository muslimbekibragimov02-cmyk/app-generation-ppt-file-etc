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8  ·  A1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Present Simple vs Present Continuous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when to use each tense; signal words (always, now, every day, at the moment)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A1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Distinguish between present simple (habits) and present continuous (now).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Identify signal words for each tense (always, usually vs now, at the moment).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Choose the correct tense based on context in gap-fill exercises.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Produce sentences using both tenses correctly in the same paragraph.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Explain why a particular tense is used in a given sentence.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📸 Two Pictures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Look at Picture A (a daily routine scene) and Picture B (a 'right now' action).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Describe Picture A: 'She usually drinks coffee in the morning.'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Describe Picture B: 'Right now, she is drinking tea.'</a:t>
            </a:r>
          </a:p>
        </p:txBody>
      </p:sp>
      <p:sp>
        <p:nvSpPr>
          <p:cNvPr id="112" name="box112"/>
          <p:cNvSpPr>
            <a:spLocks noGrp="1"/>
          </p:cNvSpPr>
          <p:nvPr/>
        </p:nvSpPr>
        <p:spPr>
          <a:xfrm>
            <a:off x="180000" y="2322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3" name="tb113"/>
          <p:cNvSpPr txBox="1">
            <a:spLocks noGrp="1"/>
          </p:cNvSpPr>
          <p:nvPr/>
        </p:nvSpPr>
        <p:spPr>
          <a:xfrm>
            <a:off x="503999" y="2322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Discuss: What is the difference between the two sentences?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always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adv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every time; all the time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usually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adv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most of the time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often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adv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many times; frequently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sometimes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adv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on some occasions; not always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never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adv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not at any time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every day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adv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each day; daily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adv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at this moment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right now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adv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at this exact moment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at the moment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adv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at this time; now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adv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on this day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Use Present Simple for habits/routines/facts. Use Present Continuous for actions happening NOW or temporary situations.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8000"/>
                <a:gridCol w="2958000"/>
                <a:gridCol w="2958000"/>
                <a:gridCol w="2958000"/>
              </a:tblGrid>
              <a:tr h="11124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Tense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Signal words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124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Present Simple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habits, routines, facts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always, usually, often, every day, never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drinks coffee every morning.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124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Present Continuous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actions happening now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now, right now, at the moment, today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is drinking tea right now.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124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Present Simple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permanent situations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---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He works in a bank.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124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Present Continuous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temporary situations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this week, today, currently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 is working from home this week.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If you see NOW, RIGHT NOW, LOOK!, LISTEN! -&gt; use Present Continuous. If you see ALWAYS, USUALLY, EVERY DAY -&gt; use Present Simple.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Habit vs Now: I drink tea every morning. (habit) / I am drinking tea now. (this moment)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Permanent vs Temporary: She lives in Rome. (permanent) / She is staying in a hotel this week. (temporary)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Fact: Water boils at 100 degrees. (always true - Present Simple)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Right now: Look! It is raining. (happening at this moment - Present Continuous)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Choose Present Simple or Present Continuous. Items 1-2 are done for you.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Prompt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___ (drink) coffee every morning.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DRINKS coffee every morning. (habit)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Look! It ___ (rain).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Look! It IS RAINING. (now)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He usually ___ (walk) to work.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Right now, she ___ (read) a book.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Write P.S. (Present Simple) or P.C. (Present Continuous) and explain why.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Write your 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always gets up at 6 a.m.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They are watching TV at the moment.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He works in a hospital.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am wearing a blue shirt today.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We often eat lunch together.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 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 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is drinking coffee every morning.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Look! He walks in the rain.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am usually going to bed at 10.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They play football right now.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He is working in a bank. (permanent)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💬 What Are They Doing?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Look at the pictures on the board. Describe what the people are doing NOW.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Then say what they USUALLY do (use your imagination).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Example: 'Right now, he is eating pizza. He usually eats salad.'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Work in pairs. Take turns describing and contrasting.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Sarah is a teacher. She usually gets up at 6:30 and goes to school at 7:45. She teaches English to teenagers. She always eats lunch at the school cafeteria. But today is different. Today, Sarah is not at school. She is sitting in a cafe and reading a book. She is drinking hot chocolate. She is not working today because it is a holiday. She is enjoying her day off.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a short paragraph (6 sentences) about your normal routine and what you are doing differently today.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Write 3 sentences about what you USUALLY do (Present Simple).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Write 3 sentences about what you are doing NOW/TODAY (Present Continuous).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Use signal words: usually, always, every day, right now, at the moment, today.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8 sentences: 4 in Present Simple about your habits and 4 in Present Continuous about what is happening right now (or imagine a situation). Underline the signal words.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Sort the vocabulary signal words into two groups: Present Simple words and Present Continuous words. Write an example sentence for each word.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8  ·  A1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Present Simple vs Present Continuous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Every great speaker was once a student. Keep going!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