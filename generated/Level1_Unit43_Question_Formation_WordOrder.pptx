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43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Question Formation — Word Order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verb before subject in questions; auxiliary + subject + main verb; Wh- + auxiliary + subject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Apply correct word order: auxiliary + subject + verb in yes/no questions.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Place Wh- words before the auxiliary in information questions.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Avoid errors like putting auxiliary after subject in questions.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questions in all tenses studied using correct word order.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Distinguish statements from questions by word order.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🔀 Unscramble!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gives scrambled words: you / are / where / going?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Students race to form the correct question: Where are you going?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5 scrambled questions. Fastest team wins.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order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arrangement; sequence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arrange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put in a particular order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swap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exchange positions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invert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turn around; reverse order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position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the place where something is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statement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sentence giving information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sentence asking for information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information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facts; knowledge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direct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going straight; without detour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indirect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not going straight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In questions: put the AUXILIARY before the SUBJECT. For Wh- questions: Wh-word + auxiliary + subject + main verb. If no auxiliary exists, use DO/DOES/DID.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Yes/No (be)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Am/Is/Are + subject + ...?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Are you tired?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Yes/No (do)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Do/Does/Did + subject + base verb?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Does she work here?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Yes/No (have)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Have/Has + subject + past participle?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Have you finished?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Wh- (be)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Wh- + am/is/are + subject + ...?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Where are you going?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Wh- (do)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Wh- + do/does/did + subject + base?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What does he want?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Wh- (have)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Wh- + have/has + subject + p.p.?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Where has she gone?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Statement: She works here. Question: Does she work here? (auxiliary BEFORE subject). NEVER: "She works here?" (only in very informal speech). NEVER: "Does she works?" (dont add -s after does).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Is he coming? (be + subject + -ing)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Do you like pizza? (do + subject + base)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What have they done? (wh + have + subject + p.p.)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Where did she go? (wh + did + subject + base)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Put the words in correct question order.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Scrambled words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 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you / are / where / going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Where are you going?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/ does / work / where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Where does she work?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/ have / arrived / yet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/ can / help / me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the question for each answer.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lives in London.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Where _______________?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went to the cinema.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Where _______________?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have been waiting for an hour.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How long _______________?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It costs five pounds.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How much _______________?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speaks three languages.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How many _______________?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 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Where you are going?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What she does want?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Does he likes coffee?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When did they arrived?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How you are feeling?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20 Questions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Think of a famous person. Dont tell your partner.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Your partner asks Yes/No questions: Are you a man? Do you play sport?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You answer only Yes or No.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Partner has 20 questions to guess. Then swap.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A journalist is interviewing a new teacher. "Where do you come from?" she asks. "Im from Manchester," he replies. "How long have you been teaching?" "For ten years." "Do you enjoy it?" "Yes, I love it." "What are you going to teach here?" "English and History." "When did you start?" "Last Monday."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questions using correct word order.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A Where question (present simple).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A What question (present continuous).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A How long question (present perfect).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12 questions: 2 yes/no + 2 Wh- in present simple, 2 in past simple, 2 in present continuous, 2 in present perfect, and 2 with modals.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43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Question Formation — Word Order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The more you practise, the more natural it feels.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