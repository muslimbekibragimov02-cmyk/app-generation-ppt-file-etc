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48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Indirect Questions — Do you know where...?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Do you know / Can you tell me / I dont know + question word + subject + verb (normal order)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indirect questions with normal word order (not inverted).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Do you know / Can you tell me / I dont know + embedded question.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Recognize that indirect questions do NOT use do/does/did inversion.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direct questions (inverted) from indirect (normal order).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polite indirect questions for asking information.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🤷 I Dont Know...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asks direct questions. Students respond: I dont know + indirect form.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Example: Where is the post office? → I dont know where the post office is.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Practice 5 questions. Who can transform fastest?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polite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having good manners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direct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straight; without extra words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indirect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not straight; with extra words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stranger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person you dont know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direction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the way to go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wonder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want to know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enquire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ask formally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curious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wanting to know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unsure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not certain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confused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unable to understand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Indirect questions use NORMAL word order (subject + verb), NOT question word order. Start with: Do you know / Can you tell me / I dont know / Could you tell me + wh-word + subject + verb.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0"/>
                <a:gridCol w="5916000"/>
              </a:tblGrid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Direct 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Indirect 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Where is the bank?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Do you know where the bank is?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time is it?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Can you tell me what time it is?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Where does she live?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Do you know where she lives?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When did they leave?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Do you know when they left?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much does it cost?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Can you tell me how much it costs?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Is it open?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Do you know if it is open?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In indirect questions: NO inversion, NO do/does/did. Direct: "Where does Nick live?" Indirect: "Do you know where Nick lives?" (NOT "Do you know where does Nick live?"). For yes/no → use IF or WHETHER.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Do you know where the station is? (NOT where is the station)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Can you tell me what time the bank opens?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dont know how much it costs.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Could you tell me if there is a bus to the airport?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Rewrite as indirect questions.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Direct 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Indirect 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Where is the post office?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Do you know where the post office is?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What time does the bank open?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Can you tell me what time the bank opens?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Where does Nick live?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How old is Linda?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the indirect question.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Start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Do you know where 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(she lives)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Can you tell me what time 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dont know how much 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Do you know if 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Could you tell me where 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Do you know where is the bank?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Can you tell me what time does it open?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dont know where does she live.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Do you know how much does it cost?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Could you tell me when will they arrive?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Tourist Information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Student A is a tourist. Student B works at an information desk.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Tourist asks indirect questions: Could you tell me where the museum is?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Information worker answers helpfully.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Swap. Ask about: museum, bus station, restaurant, opening times.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A tourist is lost in the city centre. She asks a man: "Excuse me, could you tell me where the train station is?" He says: "Im sorry, I dont know where it is. Im a tourist too!" She then asks a woman: "Do you know if there is a bus to the airport?" The woman replies: "Yes, there is. Can you see the bus stop over there?"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indirect questions you might ask in a new city.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Ask where something is (Do you know where...?).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Ask what time something opens (Can you tell me...?).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Ask how much something costs.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Imagine you are a tourist. Write 10 indirect questions you would ask at a hotel, at a station, and in a shop. Use different starters: Do you know, Can you tell me, Could you tell me, I wonder.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48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Indirect Questions — Do you know where...?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Every great speaker was once a student. Keep going!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