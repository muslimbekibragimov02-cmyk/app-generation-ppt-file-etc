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2  ·  A1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Verb To Be — Questions &amp; Short Answers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Yes/No questions; Wh- questions (What/Where/How/Who/Why); short answers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A1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Yes/No questions using Am I / Is he / Are they correctly.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Wh- questions using What, Where, Who, How, and Why with to be.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Give grammatically correct short answers: Yes, I am. / No, he isn't.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Apply correct word order in questions (verb before subject).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question words + to be in natural conversational exchanges.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🎯 Question Ping-Pong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asks a student: 'Are you cold?' Student replies: 'Yes, I am.' or 'No, I'm not.'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That student then asks the next person a different question using Is/Are.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Continue around the class — no question word can be repeated twice in a row.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sentence asking for information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response to a question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address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where a person lives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colour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visual property (red, blue…)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favourite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most liked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sport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physical activity or game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street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road in a town or city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pence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British currency (small unit)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postcard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card sent by post with a picture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stamp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small paper stuck on a letter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To form a Yes/No question, put Am / Is / Are BEFORE the subject. For Wh- questions, put the question word first.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 Type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Yes/No question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Am/Is/Are + subject + …?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Is she at home?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Short answer (✓)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Yes, + subject + am/is/are.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Yes, she is.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Short answer (✗)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No, + subject + isn't/aren't.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No, she isn't.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Wh- question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Wh-word + am/is/are + subject + …?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Where are you from?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graphicFrame>
        <p:nvGraphicFramePr>
          <p:cNvPr id="254" name="tbl254"/>
          <p:cNvGraphicFramePr>
            <a:graphicFrameLocks noGrp="1"/>
          </p:cNvGraphicFramePr>
          <p:nvPr/>
        </p:nvGraphicFramePr>
        <p:xfrm>
          <a:off x="180000" y="540000"/>
          <a:ext cx="11832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180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FFFFFF"/>
                          </a:solidFill>
                          <a:latin typeface="Calibri"/>
                        </a:rPr>
                        <a:t>Question Word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FFFFFF"/>
                          </a:solidFill>
                          <a:latin typeface="Calibri"/>
                        </a:rPr>
                        <a:t>Use it to ask about…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things, ideas, names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What's your job?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places, locations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Where's the post office?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people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Who's that woman?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condition, manner, health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How are your parents?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How old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How old is Joe?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How much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price, uncountable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How much is this stamp?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How many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countable quantity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How many books are there?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What colour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colour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What colour is your bag?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5" name="box255"/>
          <p:cNvSpPr>
            <a:spLocks noGrp="1"/>
          </p:cNvSpPr>
          <p:nvPr/>
        </p:nvSpPr>
        <p:spPr>
          <a:xfrm>
            <a:off x="180000" y="1908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Word order: Is your mother at home? ✅  Is at home your mother? ❌  — The verb ALWAYS comes before the subject in questions.</a:t>
            </a:r>
          </a:p>
        </p:txBody>
      </p:sp>
      <p:sp>
        <p:nvSpPr>
          <p:cNvPr id="256" name="box256"/>
          <p:cNvSpPr>
            <a:spLocks noGrp="1"/>
          </p:cNvSpPr>
          <p:nvPr/>
        </p:nvSpPr>
        <p:spPr>
          <a:xfrm>
            <a:off x="180000" y="2537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280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Yes/No: Are you tired?  —  Yes, I am. / No, I'm not.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3023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Wh-: Where's Jill?  —  She's at the library.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32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How: How are you?  —  I'm very well, thanks.</a:t>
            </a:r>
          </a:p>
        </p:txBody>
      </p:sp>
      <p:sp>
        <p:nvSpPr>
          <p:cNvPr id="260" name="tb260"/>
          <p:cNvSpPr txBox="1">
            <a:spLocks noGrp="1"/>
          </p:cNvSpPr>
          <p:nvPr/>
        </p:nvSpPr>
        <p:spPr>
          <a:xfrm>
            <a:off x="180000" y="34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What colour: What colour is your car?  —  It's red.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the question for each answer. Items 1–2 are completed for you.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Yes, I am. (tired?)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Are you tired?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It's red. (colour of the car?)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What colour is your car?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She's from London.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He's 24 years old.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a short answer (Yes, I am. / No, he isn't. etc.) for each question.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Short 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Are you married?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No, 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Are you thirsty?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Is it cold today?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Are your hands cold?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Is it dark now?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Is at home your mother?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Are new your shoes?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old are have you?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What colour are it?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Are you from where?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Interview Your Partner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Work in pairs. Student A is the interviewer; Student B is being interviewed.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Use the prompts: name? / from? / age? / job? / married? / favourite sport?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Ask questions like: 'What's your name?' / 'Where are you from?' / 'Are you married?'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Then swap roles and repeat.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Hi, my name is Paul. I'm from Sydney, so I'm Australian, not British. I'm 30 years old. I'm not a teacher — I'm a lawyer. My wife's name is Anna. She's Italian. She's 27 and she's a designer. She's not from Sydney. She's from Rome.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5 questions you would ask a new classmate. Use Am/Is/Are and Wh- question words.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Write a What question: What _______________?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Write a Where question: Where _______________?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Write a How old question: How old _______________?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a short paragraph (6–8 sentences) introducing a famous person. Use at least 3 Yes/No questions and 3 Wh- questions as if interviewing them. Include model short answers.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 Write the matching word next to each definition in your workbook.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2  ·  A1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Verb To Be — Questions &amp; Short Answers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Grammar is not a rule — it is a tool. Use it!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