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46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What, Which and How — Question Words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What + noun; Which (limited choice); How + adjective/adverb; What vs Which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What + noun for general questions (What colour? What time? What kind?).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Which when choosing from a small number of options.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How + adjective/adverb (How old? How far? How often? How long?).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What (general/open) from Which (limited/specific choice).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Produce varied questions using what/which/how combinations.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❓ Question Master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shows pictures. Students must ask a question using What, Which, or How.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Picture of colours: Which colour do you prefer?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Picture of a building: How tall is it? What kind of building is it?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colour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red, blue, green etc.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how big something is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kind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type; sort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category; a sort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sort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kind; type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brand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make; company name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specific version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option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choice available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choice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the act of choosing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selection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range to choose from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WHAT = general/open (What colour? What time?). WHICH = limited choice from a few options (Which train — the 9.50 or 10.30?). HOW + adjective/adverb = asking about degree (How old? How far? How often?).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Question word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 + noun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general question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 colour are your eyes?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 (no noun)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open/general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What do you want?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Which + noun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choice from few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Which train did you catch?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Which (no noun)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choice (things only)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Which is bigger?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+ adjective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asking about degree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old are you?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+ adverb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asking about frequency/manner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How often do you exercise?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WHAT = general, many possibilities (What colour are your eyes? — could be any colour). WHICH = limited choice (Which colour: red or blue? — only 2 options). Use WHO for people when no noun follows (Who is taller? NOT Which is taller? for people).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What colour is your car? (open — any colour)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Which colour do you prefer, red or blue? (limited — 2 options)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How old is he? / How far is it? / How often do you go?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What kind of food do you like? (general/open)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What/Which/How.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 colour is your car?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 train did you catch — the 9.50 or the 10.30?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Which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 old are you?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 kind of music do you like?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questions using What/Which/How + the correct word.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You want to know...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someones age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old ___?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 distance to the airport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How far ___?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price of a shirt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much ___?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which of 3 hotels to choose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Which hotel ___?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 type of car someone has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 kind of ___?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Which colour are his eyes? (any possibility)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What is taller — Bill or Tom? (people)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long is your age?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Which is your favourite colour? (any option)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is it far to the station?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Quiz Show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Work in pairs. Create a quiz with 8 questions.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Use What (x2), Which (x2), How + adj (x2), How + adverb (x2).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Test another pair with your quiz.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The pair with the most correct answers wins!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A tourist is asking questions at an information desk. "How far is the castle from here?" "About two kilometres." "Which bus goes there — the 5 or the 7?" "The number 7." "How often does it run?" "Every 20 minutes." "How much is a ticket?" "Two pounds." "What time does the castle close?" "At 5 oclock." "Thank you!"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questions: 2 with What, 2 with Which, 2 with How.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What + noun question (What time / What kind / What colour?).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What without a noun (What do you want? / What happened?).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Which with a limited choice.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a tourist information dialogue with 10 questions using: What (x3), Which (x3), and How + adj/adverb (x4). Write the answers too.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46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What, Which and How — Question Words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Grammar is not a rule — it is a tool. Use it!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