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55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Get — Multiple Meanings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get + noun (receive/buy/fetch); get + adjective (become); get married/dressed/lost; get to (arrive)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get + noun to mean receive, buy, or fetch.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get + adjective to mean become (get tired, get cold, get better).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fixed expressions: get married, get dressed, get lost, get ready.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get to + place to mean arrive.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the correct meaning of get from context.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🔄 Get What?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says: I got a letter. What does get mean? (receive)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More examples: get tired (become), get the bus (take), get a job (find).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match 5 sentences to meanings: receive / become / buy / take / find.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receive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be given something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fetch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go and bring back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obtain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get something you want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become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start to be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arrive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reach a place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reach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get to a place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recover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get better after illness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worsen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get worse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wedding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marriage ceremony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divorce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legal end of a marriage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GET has many meanings depending on what follows it. GET + noun = receive/buy/fetch/find. GET + adjective = become. GET + to + place = arrive. GET + past participle = passive/change of state.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get + noun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receive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got a letter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get + noun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buy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did you get that shirt?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get + noun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fetch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Ill get you a glass of water.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get + adjective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become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Im getting tired.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get to + place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arrive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time did you get to work?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get married/dressed/lost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change of state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got married last year.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GET is one of the most common words in English. Learn it by pattern: get + noun (receive/buy), get + adjective (become), get to (arrive), get married/dressed/lost/ready (fixed expressions).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got a new job last week. (= found/obtained)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If you dont eat, you get hungry. (= become)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time did you get home? (= arrive)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They got married in June. (= became married)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What does get mean in each sentence?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Meaning of get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got a letter this morning.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received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Im getting cold.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becoming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did you get that bag?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got to work at 9.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the correct form of get.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dark outside. Its ___ late.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getting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a new phone for her birthday.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time did you ___ home yesterday?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need to ___ dressed quickly.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___ very angry when he heard the news.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got to married last year.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is getting to home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weather gets to worse.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get a new job yesterday.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Im get hungry.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Get Stories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Tell your partner about something you got recently (received/bought).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Describe a time you got lost or got wet.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Ask: What time do you usually get home?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 one interesting fact about your partner.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Yesterday was a bad day. I got up late and got dressed in a hurry. I didnt get breakfast because I had no time. I got the bus to work but got stuck in traffic. I got to the office 30 minutes late. My boss got angry. During the day it got very hot and I got a terrible headache. I got home at 7pm feeling exhausted.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using get with different meanings.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get + noun (something you received/bought).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get + adjective (something that changed).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get to + place (arriving somewhere).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 using get with at least 5 different meanings (receive, become, arrive, buy, fetch, fixed expressions). Underline get in each sentence.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55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Get — Multiple Meanings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