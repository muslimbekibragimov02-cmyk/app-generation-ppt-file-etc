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54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Go To, Go On, Go For, Go -ing</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go to + place; go to sleep/bed; go home (no to); go on holiday/a trip; go for a walk; go swimming/shopping</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 to + places correctly (go to work, go to school).</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Remember go home (without to).</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 on + holiday/trip/tour/cruise.</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 for + a walk/a swim/a run/a drink.</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go + -ing for activities (go swimming, go shopping, go skiing).</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Where Do You Go?</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asks rapid-fire: What comes after go? Students complete.</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go ___ work (to) / go ___ holiday (on) / go ___ a walk (for) / go ___ (swimming)</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Fastest correct answers win points.</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holiday</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time away from work for fun</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trip</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journey to a place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tour</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journey visiting places</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cruise</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holiday on a ship</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excursion</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short trip for pleasure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adventure</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an exciting experience</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picnic</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meal eaten outside</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stroll</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slow relaxed walk</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jog</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slow run for exercise</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hike</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long walk in nature</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GO TO + place (go to work/school/the cinema). GO HOME (no to!). GO ON + holiday/trip/tour. GO FOR + a walk/swim/run/drive. GO + -ING for activities (go swimming/shopping/skiing).</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794571">
                <a:tc>
                  <a:txBody>
                    <a:bodyPr/>
                    <a:lstStyle/>
                    <a:p>
                      <a:pPr algn="l"/>
                      <a:r>
                        <a:rPr lang="en-GB" b="1" sz="1400" dirty="0">
                          <a:solidFill>
                            <a:srgbClr val="FFFFFF"/>
                          </a:solidFill>
                          <a:latin typeface="Calibri"/>
                        </a:rPr>
                        <a:t>Pattern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Structure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Examples</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to + place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go to work / school / the station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go to work at 8.</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home (NO to)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go home (always without to)</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Im going home now.</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to sleep/bed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go to sleep / go to bed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went to bed early.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on + noun</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go on holiday / a trip / a tour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Were going on holiday.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for + noun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go for a walk / a swim / a drive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Lets go for a walk.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794571">
                <a:tc>
                  <a:txBody>
                    <a:bodyPr/>
                    <a:lstStyle/>
                    <a:p>
                      <a:pPr algn="l"/>
                      <a:r>
                        <a:rPr lang="en-GB" b="1" sz="1400" dirty="0">
                          <a:solidFill>
                            <a:srgbClr val="1F3864"/>
                          </a:solidFill>
                          <a:latin typeface="Calibri"/>
                        </a:rPr>
                        <a:t>go + -ing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go swimming / shopping / skiing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go swimming every week.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NEVER say "go to home". Always: "go home" (no preposition). GO + -ING is used for sports and activities: go swimming, go shopping, go skiing, go fishing, go jogging, go camping.</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 go to work by bus every day.</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Im going home now. (NOT going to home)</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Were going on holiday next week.</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Lets go for a walk in the park.</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to, on, for, or -ing form. Items 1-2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going ___ work now.</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to</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 went ___ a walk in the park.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goes ___ every Saturday. (swim)</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Theyre going ___ holiday next week.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sentences using go to/on/for/-ing.</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Situation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swim every week.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go swimming every week.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You are travelling home.</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are taking a holiday.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You want a walk in the park.</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You shop every Saturday.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503999"/>
            <a:ext cx="12192000" cy="792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Im going to home.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She goes to shopping.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We went for holiday.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goes for swimming.</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They went on walk.</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503999"/>
            <a:ext cx="12192000" cy="792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Activity Survey</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4 classmates: Do you go swimming/shopping/jogging/skiing?</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Write how often: every week / sometimes / never.</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Ask: When did you last go on holiday? Where did you go?</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3 people go shopping every week. Nobody goes skiing.</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503999"/>
            <a:ext cx="12192000" cy="792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Last summer, my family went on holiday to Turkey. We went to the beach every day. My brother went swimming in the sea. My parents went for long walks along the coast. I went sightseeing in the old town. In the evenings, we went for dinner at local restaurants. We went home after two weeks feeling very relaxed.</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6 sentences using different go patterns.</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go to + place (where you go regularly).</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go home (something about going home).</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go on + holiday/trip.</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503999"/>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503999"/>
            <a:ext cx="12192000" cy="792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216000" y="28800"/>
            <a:ext cx="11760000" cy="468000"/>
          </a:xfrm>
          <a:prstGeom prst="rect">
            <a:avLst/>
          </a:prstGeom>
          <a:noFill/>
        </p:spPr>
        <p:txBody>
          <a:bodyPr anchor="ctr" wrap="square" lIns="36000" rIns="36000" tIns="36000" bIns="36000"/>
          <a:lstStyle/>
          <a:p>
            <a:pPr algn="l" spcBef="0" spcAft="0">
              <a:spcPct val="100000"/>
            </a:pPr>
            <a:r>
              <a:rPr lang="en-GB" b="1" sz="2600" dirty="0">
                <a:solidFill>
                  <a:srgbClr val="BF8F00"/>
                </a:solidFill>
                <a:latin typeface="Cambria"/>
              </a:rPr>
              <a:t>🏠  </a:t>
            </a:r>
            <a:r>
              <a:rPr lang="en-GB" b="1" sz="26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10 sentences about things you do: use go to (x3), go on (x2), go for (x2), and go + -ing (x3).</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54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Go To, Go On, Go For, Go -ing</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