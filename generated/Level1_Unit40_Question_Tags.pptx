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40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Question Tags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positive sentence + negative tag; negative sentence + positive tag; isnt it? dont you? etc.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question tags from positive sentences (Its cold, isnt it?).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question tags from negative sentences (You dont like it, do you?).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Match the correct auxiliary and pronoun in the tag.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question tags to check information or make conversation.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natural sentences with appropriate question tags.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🏷️ Tag It!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says a sentence. Students add the tag: "Its hot today..." → "isnt it?"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Practice 5 examples. Students shout out the tag.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Pairs take turns giving sentences and adding tags.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tag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short question at the end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make sure; to verify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confirm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say something is true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expect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think something will happen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suppose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think; to believe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assume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think without proof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intonation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rise and fall of voice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rising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going up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falling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going down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conversation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exchange of words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Positive sentence → negative tag. Negative sentence → positive tag. The tag uses the same auxiliary as the main sentence + subject pronoun.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Main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Full 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Positive (is)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negative (isnt + pronoun?)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a nice day, isnt it?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Positive (do)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negative (dont/doesnt?)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live here, dont you?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Positive (did)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negative (didnt?)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went out, didnt she?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Positive (will)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negative (wont?)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Tom will be here, wont he?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Negative (isnt)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positive (is?)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isnt cold, is it?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Negative (dont)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positive (do?)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dont like it, do you?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Match the auxiliary! Use present simple → do/does. Past simple → did. Will → will/wont. Can → can/cant. Present perfect → have/has. The pronoun in the tag matches the SUBJECT of the main sentence.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Its cold today, isnt it? — Yes, it is.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You dont like sport, do you? — No, not really.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can swim, cant she? — Yes, she can.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They havent arrived yet, have they? — No, not yet.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Add the correct question tag.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a beautiful day,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isnt it?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dont like coffee,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you?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Sally lives in London,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closed the window,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 full sentence + tag.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 with tag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is cold. (confirm)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cold, isnt it?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speaks French.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havent been to Japan.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wont come.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were late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cold, is it?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like tea, do you?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speaks English, doesnt it?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went out, didnt they go?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can swim, cant she?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Tag Conversations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Make 5 statements about your partner with tags: You like football, dont you?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Your partner confirms or corrects: Yes, I do. / Actually, no I dont.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Swap roles.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Who got the most correct guesses?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Tom and his friend are chatting. Tom says: "Nice weather today, isnt it?" His friend replies: "Yes, its lovely." Tom continues: "You went to the cinema last night, didnt you?" "Yes, I did." "The film was good, wasnt it?" "Actually, it wasnt very good." "Oh really? You dont want to go again, do you?" "No, I dont!"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with question tags.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sentence about the weather + tag.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sentence about a classmate + tag.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negative sentence + positive tag.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sentences with question tags: 5 with positive sentences (+ negative tag) and 5 with negative sentences (+ positive tag). Use different auxiliaries.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40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Question Tags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